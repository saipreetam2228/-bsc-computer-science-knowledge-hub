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1" r:id="rId73"/>
    <p:sldId id="332" r:id="rId74"/>
    <p:sldId id="333" r:id="rId75"/>
    <p:sldId id="334" r:id="rId76"/>
    <p:sldId id="337" r:id="rId77"/>
    <p:sldId id="338" r:id="rId78"/>
    <p:sldId id="339" r:id="rId79"/>
    <p:sldId id="335" r:id="rId80"/>
    <p:sldId id="336" r:id="rId81"/>
    <p:sldId id="340" r:id="rId82"/>
    <p:sldId id="341" r:id="rId83"/>
    <p:sldId id="342" r:id="rId84"/>
    <p:sldId id="343" r:id="rId85"/>
    <p:sldId id="344" r:id="rId86"/>
    <p:sldId id="345" r:id="rId87"/>
    <p:sldId id="350" r:id="rId88"/>
    <p:sldId id="346" r:id="rId89"/>
    <p:sldId id="347" r:id="rId90"/>
    <p:sldId id="348" r:id="rId91"/>
    <p:sldId id="356" r:id="rId92"/>
    <p:sldId id="351" r:id="rId93"/>
    <p:sldId id="352" r:id="rId94"/>
    <p:sldId id="353" r:id="rId95"/>
    <p:sldId id="354" r:id="rId96"/>
    <p:sldId id="355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6" r:id="rId10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3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2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3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5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7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1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8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1E7A2-C80C-44B1-A782-A56AE6EC46CA}" type="datetimeFigureOut">
              <a:rPr lang="en-US" smtClean="0"/>
              <a:pPr/>
              <a:t>7/22/2019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D611C-52D1-42C2-B562-4A6382D191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1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Floyd’s Algorithm</a:t>
            </a:r>
            <a:br>
              <a:rPr lang="en-US" dirty="0" smtClean="0"/>
            </a:br>
            <a:r>
              <a:rPr lang="en-US" dirty="0" smtClean="0"/>
              <a:t>all pairs Shortest Path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Dynamic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27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Floyd’s Algorithm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Is for computing </a:t>
            </a:r>
            <a:r>
              <a:rPr lang="en-US" sz="3600" u="sng" dirty="0" smtClean="0"/>
              <a:t>shortest path between every pair of vertices </a:t>
            </a:r>
            <a:r>
              <a:rPr lang="en-US" sz="3600" dirty="0" smtClean="0"/>
              <a:t>of a graph.</a:t>
            </a:r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It works for both weighted and un-weighted graphs.</a:t>
            </a:r>
          </a:p>
          <a:p>
            <a:r>
              <a:rPr lang="en-US" sz="3600" dirty="0" smtClean="0"/>
              <a:t>Time complexity is </a:t>
            </a:r>
            <a:r>
              <a:rPr lang="en-US" sz="3600" dirty="0" smtClean="0">
                <a:solidFill>
                  <a:srgbClr val="FF0000"/>
                </a:solidFill>
              </a:rPr>
              <a:t>O(n</a:t>
            </a:r>
            <a:r>
              <a:rPr lang="en-US" sz="3600" baseline="30000" dirty="0" smtClean="0">
                <a:solidFill>
                  <a:srgbClr val="FF0000"/>
                </a:solidFill>
              </a:rPr>
              <a:t>3</a:t>
            </a:r>
            <a:r>
              <a:rPr lang="en-US" sz="3600" dirty="0" smtClean="0">
                <a:solidFill>
                  <a:srgbClr val="FF0000"/>
                </a:solidFill>
              </a:rPr>
              <a:t>)</a:t>
            </a:r>
            <a:r>
              <a:rPr lang="en-US" sz="3600" dirty="0" smtClean="0"/>
              <a:t>; n is number of vertices</a:t>
            </a:r>
          </a:p>
          <a:p>
            <a:pPr marL="0" indent="0">
              <a:buNone/>
            </a:pPr>
            <a:endParaRPr lang="en-US" altLang="en-US" sz="36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solve 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3600" dirty="0" smtClean="0"/>
              <a:t>Solution 1 – </a:t>
            </a:r>
            <a:r>
              <a:rPr lang="en-US" altLang="en-US" sz="3600" dirty="0" smtClean="0">
                <a:solidFill>
                  <a:srgbClr val="FF0000"/>
                </a:solidFill>
              </a:rPr>
              <a:t>brute force</a:t>
            </a:r>
          </a:p>
          <a:p>
            <a:pPr lvl="1"/>
            <a:r>
              <a:rPr lang="en-US" altLang="en-US" sz="3600" dirty="0" smtClean="0"/>
              <a:t>Find all possible paths, compute minimum</a:t>
            </a:r>
          </a:p>
          <a:p>
            <a:pPr lvl="1"/>
            <a:r>
              <a:rPr lang="en-US" altLang="en-US" sz="3600" dirty="0" smtClean="0"/>
              <a:t>Efficiency?  </a:t>
            </a:r>
          </a:p>
          <a:p>
            <a:r>
              <a:rPr lang="en-US" altLang="en-US" sz="3600" dirty="0" smtClean="0"/>
              <a:t>Solution 2 – </a:t>
            </a:r>
            <a:r>
              <a:rPr lang="en-US" altLang="en-US" sz="3600" dirty="0" smtClean="0">
                <a:solidFill>
                  <a:srgbClr val="FF0000"/>
                </a:solidFill>
              </a:rPr>
              <a:t>dynamic programming</a:t>
            </a:r>
          </a:p>
          <a:p>
            <a:pPr lvl="1"/>
            <a:r>
              <a:rPr lang="en-US" altLang="en-US" sz="3600" dirty="0" smtClean="0"/>
              <a:t>Algorithm that determines only lengths of shortest paths</a:t>
            </a:r>
          </a:p>
          <a:p>
            <a:pPr lvl="1"/>
            <a:r>
              <a:rPr lang="en-US" altLang="en-US" sz="3600" dirty="0" smtClean="0"/>
              <a:t>Modify to produce shortest paths as well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6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Graph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828800"/>
            <a:ext cx="9067800" cy="502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519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Remove all the loops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66850"/>
            <a:ext cx="81534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15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Remove all parallel edges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50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final Graph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1944029"/>
            <a:ext cx="6553199" cy="4075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79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we will processed ?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26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we will processed??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2133600"/>
            <a:ext cx="90392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38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create tables D,S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181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775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8915400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165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7201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77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970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81001"/>
            <a:ext cx="8915401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76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8991599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79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9600"/>
            <a:ext cx="89916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47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8991599" cy="525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85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62000"/>
            <a:ext cx="9144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95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85800"/>
            <a:ext cx="8915400" cy="5638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17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8915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16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686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09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8534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70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8763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78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686799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394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839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7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609601"/>
            <a:ext cx="85915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38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2133600"/>
            <a:ext cx="716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We will fill table </a:t>
            </a:r>
            <a:r>
              <a:rPr lang="en-US" sz="4800" dirty="0" smtClean="0">
                <a:solidFill>
                  <a:srgbClr val="FF0000"/>
                </a:solidFill>
              </a:rPr>
              <a:t>D</a:t>
            </a:r>
            <a:r>
              <a:rPr lang="en-US" sz="4800" baseline="-25000" dirty="0" smtClean="0">
                <a:solidFill>
                  <a:srgbClr val="FF0000"/>
                </a:solidFill>
              </a:rPr>
              <a:t>1</a:t>
            </a:r>
            <a:r>
              <a:rPr lang="en-US" sz="4800" dirty="0" smtClean="0"/>
              <a:t> and </a:t>
            </a:r>
            <a:r>
              <a:rPr lang="en-US" sz="4800" dirty="0" smtClean="0">
                <a:solidFill>
                  <a:srgbClr val="FF0000"/>
                </a:solidFill>
              </a:rPr>
              <a:t>S</a:t>
            </a:r>
            <a:r>
              <a:rPr lang="en-US" sz="4800" baseline="-25000" dirty="0" smtClean="0">
                <a:solidFill>
                  <a:srgbClr val="FF0000"/>
                </a:solidFill>
              </a:rPr>
              <a:t>1</a:t>
            </a:r>
            <a:r>
              <a:rPr lang="en-US" sz="4800" dirty="0" smtClean="0"/>
              <a:t> using the values from table </a:t>
            </a:r>
            <a:r>
              <a:rPr lang="en-US" sz="4800" dirty="0" smtClean="0">
                <a:solidFill>
                  <a:srgbClr val="FF0000"/>
                </a:solidFill>
              </a:rPr>
              <a:t>D</a:t>
            </a:r>
            <a:r>
              <a:rPr lang="en-US" sz="4800" baseline="-25000" dirty="0" smtClean="0">
                <a:solidFill>
                  <a:srgbClr val="FF0000"/>
                </a:solidFill>
              </a:rPr>
              <a:t>0</a:t>
            </a:r>
            <a:r>
              <a:rPr lang="en-US" sz="4800" dirty="0" smtClean="0"/>
              <a:t> and </a:t>
            </a:r>
            <a:r>
              <a:rPr lang="en-US" sz="4800" dirty="0" smtClean="0">
                <a:solidFill>
                  <a:srgbClr val="FF0000"/>
                </a:solidFill>
              </a:rPr>
              <a:t>S</a:t>
            </a:r>
            <a:r>
              <a:rPr lang="en-US" sz="4800" baseline="-25000" dirty="0" smtClean="0">
                <a:solidFill>
                  <a:srgbClr val="FF0000"/>
                </a:solidFill>
              </a:rPr>
              <a:t>0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6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762000"/>
            <a:ext cx="8620125" cy="556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005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method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61649"/>
            <a:ext cx="8229600" cy="420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7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1"/>
            <a:ext cx="8534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473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762000"/>
            <a:ext cx="84772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730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685800"/>
            <a:ext cx="837247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788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762000"/>
            <a:ext cx="84677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6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685800"/>
            <a:ext cx="8391525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59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685800"/>
            <a:ext cx="84867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887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42975"/>
            <a:ext cx="8634413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01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85800"/>
            <a:ext cx="84772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66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762001"/>
            <a:ext cx="865822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864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909638"/>
            <a:ext cx="8705850" cy="533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524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762000"/>
            <a:ext cx="85915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33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8534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04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762000"/>
            <a:ext cx="8524875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383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762000"/>
            <a:ext cx="8572500" cy="516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968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8686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21187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762000"/>
            <a:ext cx="86391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232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534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764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762000"/>
            <a:ext cx="8582025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866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762000"/>
            <a:ext cx="8496300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3386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85800"/>
            <a:ext cx="8515350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40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685800"/>
            <a:ext cx="85439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3030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85800"/>
            <a:ext cx="8496300" cy="556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37014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"/>
            <a:ext cx="8382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0715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762001"/>
            <a:ext cx="859155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728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762000"/>
            <a:ext cx="8582025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6960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5" y="3571875"/>
            <a:ext cx="915785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7148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176338"/>
            <a:ext cx="7658100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7581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966788"/>
            <a:ext cx="86487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33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942975"/>
            <a:ext cx="848677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5740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57263"/>
            <a:ext cx="8458200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9175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919163"/>
            <a:ext cx="847725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0706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09638"/>
            <a:ext cx="857250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460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933450"/>
            <a:ext cx="8610600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801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928688"/>
            <a:ext cx="854392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2049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33450"/>
            <a:ext cx="8458200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57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8213"/>
            <a:ext cx="85344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7926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933450"/>
            <a:ext cx="860107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5396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914400"/>
            <a:ext cx="84677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305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976313"/>
            <a:ext cx="860107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1330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924050"/>
            <a:ext cx="84105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3980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23925"/>
            <a:ext cx="85725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0350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942975"/>
            <a:ext cx="852487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5885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952500"/>
            <a:ext cx="860107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6125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876300"/>
            <a:ext cx="85248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76884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928688"/>
            <a:ext cx="85248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2436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81075"/>
            <a:ext cx="8534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513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81075"/>
            <a:ext cx="851535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66965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928688"/>
            <a:ext cx="858202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526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928688"/>
            <a:ext cx="846772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3451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966788"/>
            <a:ext cx="844867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8168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71550"/>
            <a:ext cx="85344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2950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990600"/>
            <a:ext cx="859155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45612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985838"/>
            <a:ext cx="850582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6137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919163"/>
            <a:ext cx="8543925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00894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947738"/>
            <a:ext cx="855345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85361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995363"/>
            <a:ext cx="8448675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65630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000125"/>
            <a:ext cx="84582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685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 to find the distance and shortest 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995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1052513"/>
            <a:ext cx="88487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77380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928688"/>
            <a:ext cx="897255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2732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014413"/>
            <a:ext cx="895350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3609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95363"/>
            <a:ext cx="8877300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5988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962025"/>
            <a:ext cx="891540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5844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1023938"/>
            <a:ext cx="8982075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4088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962025"/>
            <a:ext cx="897255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20480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976313"/>
            <a:ext cx="875347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5255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938213"/>
            <a:ext cx="897255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152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1057275"/>
            <a:ext cx="884872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5947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933450"/>
            <a:ext cx="8972550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31230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971550"/>
            <a:ext cx="892492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53748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004888"/>
            <a:ext cx="8905875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9660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909638"/>
            <a:ext cx="893445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79900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014413"/>
            <a:ext cx="889635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17339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304800"/>
            <a:ext cx="8924925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68403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672" y="2348880"/>
            <a:ext cx="5402841" cy="291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798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3464693" cy="19442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229" y="188640"/>
            <a:ext cx="2989233" cy="19442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11" y="2420888"/>
            <a:ext cx="3105894" cy="20923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2" y="2297006"/>
            <a:ext cx="3288035" cy="20088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506" y="4305884"/>
            <a:ext cx="3544224" cy="226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5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140</Words>
  <Application>Microsoft Office PowerPoint</Application>
  <PresentationFormat>On-screen Show (4:3)</PresentationFormat>
  <Paragraphs>25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Floyd’s Algorithm all pairs Shortest Path</vt:lpstr>
      <vt:lpstr>Floyd’s Algorithm</vt:lpstr>
      <vt:lpstr>To solve the problem</vt:lpstr>
      <vt:lpstr>Weighted Graph</vt:lpstr>
      <vt:lpstr>Step 1: Remove all the loops</vt:lpstr>
      <vt:lpstr>Step 2: Remove all parallel edges</vt:lpstr>
      <vt:lpstr>The final Graph</vt:lpstr>
      <vt:lpstr>How we will processed ?</vt:lpstr>
      <vt:lpstr>How we will processed??</vt:lpstr>
      <vt:lpstr>Step 3: create tables D,S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to find the distance and shortest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-1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Floyd’s Algorithm</dc:title>
  <dc:creator>B.VenkatRamana</dc:creator>
  <cp:lastModifiedBy>B Venkatramana</cp:lastModifiedBy>
  <cp:revision>28</cp:revision>
  <dcterms:created xsi:type="dcterms:W3CDTF">2015-03-05T15:16:08Z</dcterms:created>
  <dcterms:modified xsi:type="dcterms:W3CDTF">2019-07-22T04:53:27Z</dcterms:modified>
</cp:coreProperties>
</file>