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5" r:id="rId6"/>
    <p:sldId id="266" r:id="rId7"/>
    <p:sldId id="267" r:id="rId8"/>
    <p:sldId id="268" r:id="rId9"/>
    <p:sldId id="269" r:id="rId10"/>
    <p:sldId id="259" r:id="rId11"/>
    <p:sldId id="260" r:id="rId12"/>
    <p:sldId id="261" r:id="rId13"/>
    <p:sldId id="262" r:id="rId14"/>
    <p:sldId id="263" r:id="rId15"/>
    <p:sldId id="270" r:id="rId16"/>
    <p:sldId id="272" r:id="rId17"/>
    <p:sldId id="271"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5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D0F21-26AC-4A6D-AF7A-20E6900FB256}" type="doc">
      <dgm:prSet loTypeId="urn:microsoft.com/office/officeart/2005/8/layout/hProcess9" loCatId="process" qsTypeId="urn:microsoft.com/office/officeart/2005/8/quickstyle/simple1" qsCatId="simple" csTypeId="urn:microsoft.com/office/officeart/2005/8/colors/accent0_3" csCatId="mainScheme" phldr="1"/>
      <dgm:spPr/>
    </dgm:pt>
    <dgm:pt modelId="{07C61B12-2946-41AC-AF35-CC18C56F06BD}">
      <dgm:prSet phldrT="[Text]"/>
      <dgm:spPr/>
      <dgm:t>
        <a:bodyPr/>
        <a:lstStyle/>
        <a:p>
          <a:r>
            <a:rPr lang="en-US" dirty="0" err="1" smtClean="0"/>
            <a:t>Akshara</a:t>
          </a:r>
          <a:endParaRPr lang="en-US" dirty="0" smtClean="0"/>
        </a:p>
        <a:p>
          <a:r>
            <a:rPr lang="en-US" dirty="0" smtClean="0"/>
            <a:t>(Indestructible)</a:t>
          </a:r>
          <a:endParaRPr lang="en-US" dirty="0"/>
        </a:p>
      </dgm:t>
    </dgm:pt>
    <dgm:pt modelId="{BFA2111B-FE27-4E59-9C36-36728D9BCD58}" type="parTrans" cxnId="{CE33FED2-BC4E-493A-BBA6-586885913C6F}">
      <dgm:prSet/>
      <dgm:spPr/>
      <dgm:t>
        <a:bodyPr/>
        <a:lstStyle/>
        <a:p>
          <a:endParaRPr lang="en-US"/>
        </a:p>
      </dgm:t>
    </dgm:pt>
    <dgm:pt modelId="{6C1DAEFF-BE7B-4294-B7EE-2BDE1A0A7F63}" type="sibTrans" cxnId="{CE33FED2-BC4E-493A-BBA6-586885913C6F}">
      <dgm:prSet/>
      <dgm:spPr/>
      <dgm:t>
        <a:bodyPr/>
        <a:lstStyle/>
        <a:p>
          <a:endParaRPr lang="en-US"/>
        </a:p>
      </dgm:t>
    </dgm:pt>
    <dgm:pt modelId="{481005F2-4BD9-4659-AD47-11F031CC51E4}">
      <dgm:prSet phldrT="[Text]"/>
      <dgm:spPr/>
      <dgm:t>
        <a:bodyPr/>
        <a:lstStyle/>
        <a:p>
          <a:r>
            <a:rPr lang="en-US" dirty="0" smtClean="0"/>
            <a:t>Brahma</a:t>
          </a:r>
        </a:p>
        <a:p>
          <a:r>
            <a:rPr lang="en-US" dirty="0" smtClean="0"/>
            <a:t>(Cosmic Reality)</a:t>
          </a:r>
          <a:endParaRPr lang="en-US" dirty="0"/>
        </a:p>
      </dgm:t>
    </dgm:pt>
    <dgm:pt modelId="{62119183-403A-4FCE-8AFD-21489392D1A8}" type="parTrans" cxnId="{89D35DD6-A8C9-45F1-80F2-E7309E79E098}">
      <dgm:prSet/>
      <dgm:spPr/>
      <dgm:t>
        <a:bodyPr/>
        <a:lstStyle/>
        <a:p>
          <a:endParaRPr lang="en-US"/>
        </a:p>
      </dgm:t>
    </dgm:pt>
    <dgm:pt modelId="{45B5B937-FF10-483B-92DE-88DF8C601668}" type="sibTrans" cxnId="{89D35DD6-A8C9-45F1-80F2-E7309E79E098}">
      <dgm:prSet/>
      <dgm:spPr/>
      <dgm:t>
        <a:bodyPr/>
        <a:lstStyle/>
        <a:p>
          <a:endParaRPr lang="en-US"/>
        </a:p>
      </dgm:t>
    </dgm:pt>
    <dgm:pt modelId="{6C56E4B9-DF1F-4496-833F-9F704254B3F0}">
      <dgm:prSet phldrT="[Text]"/>
      <dgm:spPr/>
      <dgm:t>
        <a:bodyPr/>
        <a:lstStyle/>
        <a:p>
          <a:r>
            <a:rPr lang="en-US" dirty="0" err="1" smtClean="0"/>
            <a:t>Yagna</a:t>
          </a:r>
          <a:endParaRPr lang="en-US" dirty="0" smtClean="0"/>
        </a:p>
        <a:p>
          <a:r>
            <a:rPr lang="en-US" dirty="0" smtClean="0"/>
            <a:t>(Sacrifice)</a:t>
          </a:r>
          <a:endParaRPr lang="en-US" dirty="0"/>
        </a:p>
      </dgm:t>
    </dgm:pt>
    <dgm:pt modelId="{C8E8DE01-B979-470A-9095-6AD077EDE313}" type="parTrans" cxnId="{BC10790A-9F45-470E-9C73-9C9F912EEA67}">
      <dgm:prSet/>
      <dgm:spPr/>
      <dgm:t>
        <a:bodyPr/>
        <a:lstStyle/>
        <a:p>
          <a:endParaRPr lang="en-US"/>
        </a:p>
      </dgm:t>
    </dgm:pt>
    <dgm:pt modelId="{6D820B5C-8FA8-45E4-9098-4F407C936033}" type="sibTrans" cxnId="{BC10790A-9F45-470E-9C73-9C9F912EEA67}">
      <dgm:prSet/>
      <dgm:spPr/>
      <dgm:t>
        <a:bodyPr/>
        <a:lstStyle/>
        <a:p>
          <a:endParaRPr lang="en-US"/>
        </a:p>
      </dgm:t>
    </dgm:pt>
    <dgm:pt modelId="{08A464B9-181C-4A47-9CFD-052B27F96CFE}">
      <dgm:prSet phldrT="[Text]"/>
      <dgm:spPr/>
      <dgm:t>
        <a:bodyPr/>
        <a:lstStyle/>
        <a:p>
          <a:r>
            <a:rPr lang="en-US" dirty="0" smtClean="0"/>
            <a:t>Karma</a:t>
          </a:r>
        </a:p>
        <a:p>
          <a:r>
            <a:rPr lang="en-US" dirty="0" smtClean="0"/>
            <a:t>(Action)</a:t>
          </a:r>
          <a:endParaRPr lang="en-US" dirty="0"/>
        </a:p>
      </dgm:t>
    </dgm:pt>
    <dgm:pt modelId="{FB7085E7-5F47-4CF8-A20C-EDBDEEC92B8C}" type="parTrans" cxnId="{728697C4-89CE-41D2-A674-4BB7E74DFA85}">
      <dgm:prSet/>
      <dgm:spPr/>
      <dgm:t>
        <a:bodyPr/>
        <a:lstStyle/>
        <a:p>
          <a:endParaRPr lang="en-US"/>
        </a:p>
      </dgm:t>
    </dgm:pt>
    <dgm:pt modelId="{E2915E67-C096-4173-ADAA-3D87B2BA4843}" type="sibTrans" cxnId="{728697C4-89CE-41D2-A674-4BB7E74DFA85}">
      <dgm:prSet/>
      <dgm:spPr/>
      <dgm:t>
        <a:bodyPr/>
        <a:lstStyle/>
        <a:p>
          <a:endParaRPr lang="en-US"/>
        </a:p>
      </dgm:t>
    </dgm:pt>
    <dgm:pt modelId="{C23FE756-F36E-4D24-8BB4-BD658B1B0D25}">
      <dgm:prSet phldrT="[Text]"/>
      <dgm:spPr/>
      <dgm:t>
        <a:bodyPr/>
        <a:lstStyle/>
        <a:p>
          <a:r>
            <a:rPr lang="en-US" dirty="0" err="1" smtClean="0"/>
            <a:t>Parjanya</a:t>
          </a:r>
          <a:endParaRPr lang="en-US" dirty="0" smtClean="0"/>
        </a:p>
        <a:p>
          <a:r>
            <a:rPr lang="en-US" dirty="0" smtClean="0"/>
            <a:t>(Clouds)</a:t>
          </a:r>
          <a:endParaRPr lang="en-US" dirty="0"/>
        </a:p>
      </dgm:t>
    </dgm:pt>
    <dgm:pt modelId="{F1A59B4C-30CD-4963-A76F-A41621A8BD36}" type="parTrans" cxnId="{7A6C3C57-F77F-4FC0-96C0-EE748F1B4B49}">
      <dgm:prSet/>
      <dgm:spPr/>
      <dgm:t>
        <a:bodyPr/>
        <a:lstStyle/>
        <a:p>
          <a:endParaRPr lang="en-US"/>
        </a:p>
      </dgm:t>
    </dgm:pt>
    <dgm:pt modelId="{9D4A33CC-5FB1-4D34-ACC6-3C3664EAC927}" type="sibTrans" cxnId="{7A6C3C57-F77F-4FC0-96C0-EE748F1B4B49}">
      <dgm:prSet/>
      <dgm:spPr/>
      <dgm:t>
        <a:bodyPr/>
        <a:lstStyle/>
        <a:p>
          <a:endParaRPr lang="en-US"/>
        </a:p>
      </dgm:t>
    </dgm:pt>
    <dgm:pt modelId="{9A06E18B-E161-40D9-8B5A-9810DF8A22D0}">
      <dgm:prSet phldrT="[Text]"/>
      <dgm:spPr/>
      <dgm:t>
        <a:bodyPr/>
        <a:lstStyle/>
        <a:p>
          <a:r>
            <a:rPr lang="en-US" dirty="0" smtClean="0"/>
            <a:t>Anna</a:t>
          </a:r>
        </a:p>
        <a:p>
          <a:r>
            <a:rPr lang="en-US" dirty="0" smtClean="0"/>
            <a:t>(Food)</a:t>
          </a:r>
          <a:endParaRPr lang="en-US" dirty="0"/>
        </a:p>
      </dgm:t>
    </dgm:pt>
    <dgm:pt modelId="{EE241C5B-F7C6-47DC-89FC-91A469DF8BCB}" type="parTrans" cxnId="{74845B36-F4E9-4376-BD88-60A3BF1555B0}">
      <dgm:prSet/>
      <dgm:spPr/>
      <dgm:t>
        <a:bodyPr/>
        <a:lstStyle/>
        <a:p>
          <a:endParaRPr lang="en-US"/>
        </a:p>
      </dgm:t>
    </dgm:pt>
    <dgm:pt modelId="{0C0C1A42-9DE1-44E0-883C-36FF8D5E974B}" type="sibTrans" cxnId="{74845B36-F4E9-4376-BD88-60A3BF1555B0}">
      <dgm:prSet/>
      <dgm:spPr/>
      <dgm:t>
        <a:bodyPr/>
        <a:lstStyle/>
        <a:p>
          <a:endParaRPr lang="en-US"/>
        </a:p>
      </dgm:t>
    </dgm:pt>
    <dgm:pt modelId="{020C0A89-6368-47D5-A6E6-0D6FBA7C0F37}">
      <dgm:prSet phldrT="[Text]"/>
      <dgm:spPr/>
      <dgm:t>
        <a:bodyPr/>
        <a:lstStyle/>
        <a:p>
          <a:r>
            <a:rPr lang="en-US" dirty="0" err="1" smtClean="0"/>
            <a:t>Prana</a:t>
          </a:r>
          <a:endParaRPr lang="en-US" dirty="0" smtClean="0"/>
        </a:p>
        <a:p>
          <a:r>
            <a:rPr lang="en-US" dirty="0" smtClean="0"/>
            <a:t>(Life)</a:t>
          </a:r>
          <a:endParaRPr lang="en-US" dirty="0"/>
        </a:p>
      </dgm:t>
    </dgm:pt>
    <dgm:pt modelId="{090794AD-100E-4060-AC11-EFE3BCCC7EE3}" type="parTrans" cxnId="{5EC8E6BC-4A10-426E-A80E-0E4BD2CB9F3A}">
      <dgm:prSet/>
      <dgm:spPr/>
      <dgm:t>
        <a:bodyPr/>
        <a:lstStyle/>
        <a:p>
          <a:endParaRPr lang="en-US"/>
        </a:p>
      </dgm:t>
    </dgm:pt>
    <dgm:pt modelId="{55E21E5E-C8D5-4991-8B24-93062DFDACEF}" type="sibTrans" cxnId="{5EC8E6BC-4A10-426E-A80E-0E4BD2CB9F3A}">
      <dgm:prSet/>
      <dgm:spPr/>
      <dgm:t>
        <a:bodyPr/>
        <a:lstStyle/>
        <a:p>
          <a:endParaRPr lang="en-US"/>
        </a:p>
      </dgm:t>
    </dgm:pt>
    <dgm:pt modelId="{B9BC290C-01EA-44A2-B4D0-964D45A092F0}" type="pres">
      <dgm:prSet presAssocID="{65AD0F21-26AC-4A6D-AF7A-20E6900FB256}" presName="CompostProcess" presStyleCnt="0">
        <dgm:presLayoutVars>
          <dgm:dir/>
          <dgm:resizeHandles val="exact"/>
        </dgm:presLayoutVars>
      </dgm:prSet>
      <dgm:spPr/>
    </dgm:pt>
    <dgm:pt modelId="{89C086AA-FD99-436D-BAAF-BAAF52B4171F}" type="pres">
      <dgm:prSet presAssocID="{65AD0F21-26AC-4A6D-AF7A-20E6900FB256}" presName="arrow" presStyleLbl="bgShp" presStyleIdx="0" presStyleCnt="1"/>
      <dgm:spPr/>
      <dgm:t>
        <a:bodyPr/>
        <a:lstStyle/>
        <a:p>
          <a:endParaRPr lang="en-US"/>
        </a:p>
      </dgm:t>
    </dgm:pt>
    <dgm:pt modelId="{5949545A-56AE-415B-BEC7-1A3BB6A88882}" type="pres">
      <dgm:prSet presAssocID="{65AD0F21-26AC-4A6D-AF7A-20E6900FB256}" presName="linearProcess" presStyleCnt="0"/>
      <dgm:spPr/>
    </dgm:pt>
    <dgm:pt modelId="{951B2C38-2800-498D-84C0-5D0A98CFF7CF}" type="pres">
      <dgm:prSet presAssocID="{07C61B12-2946-41AC-AF35-CC18C56F06BD}" presName="textNode" presStyleLbl="node1" presStyleIdx="0" presStyleCnt="7">
        <dgm:presLayoutVars>
          <dgm:bulletEnabled val="1"/>
        </dgm:presLayoutVars>
      </dgm:prSet>
      <dgm:spPr/>
      <dgm:t>
        <a:bodyPr/>
        <a:lstStyle/>
        <a:p>
          <a:endParaRPr lang="en-US"/>
        </a:p>
      </dgm:t>
    </dgm:pt>
    <dgm:pt modelId="{B8FD4BB3-CA50-4BAE-B927-160341ACD495}" type="pres">
      <dgm:prSet presAssocID="{6C1DAEFF-BE7B-4294-B7EE-2BDE1A0A7F63}" presName="sibTrans" presStyleCnt="0"/>
      <dgm:spPr/>
    </dgm:pt>
    <dgm:pt modelId="{5E1B519D-BA5C-4C5D-9F1B-A31E5AD79BC3}" type="pres">
      <dgm:prSet presAssocID="{481005F2-4BD9-4659-AD47-11F031CC51E4}" presName="textNode" presStyleLbl="node1" presStyleIdx="1" presStyleCnt="7">
        <dgm:presLayoutVars>
          <dgm:bulletEnabled val="1"/>
        </dgm:presLayoutVars>
      </dgm:prSet>
      <dgm:spPr/>
      <dgm:t>
        <a:bodyPr/>
        <a:lstStyle/>
        <a:p>
          <a:endParaRPr lang="en-US"/>
        </a:p>
      </dgm:t>
    </dgm:pt>
    <dgm:pt modelId="{CF6DFD02-74EC-44AC-A29D-473B2643FDB4}" type="pres">
      <dgm:prSet presAssocID="{45B5B937-FF10-483B-92DE-88DF8C601668}" presName="sibTrans" presStyleCnt="0"/>
      <dgm:spPr/>
    </dgm:pt>
    <dgm:pt modelId="{C9D3CE86-CABB-43E1-B27D-9B4183528D50}" type="pres">
      <dgm:prSet presAssocID="{6C56E4B9-DF1F-4496-833F-9F704254B3F0}" presName="textNode" presStyleLbl="node1" presStyleIdx="2" presStyleCnt="7">
        <dgm:presLayoutVars>
          <dgm:bulletEnabled val="1"/>
        </dgm:presLayoutVars>
      </dgm:prSet>
      <dgm:spPr/>
      <dgm:t>
        <a:bodyPr/>
        <a:lstStyle/>
        <a:p>
          <a:endParaRPr lang="en-US"/>
        </a:p>
      </dgm:t>
    </dgm:pt>
    <dgm:pt modelId="{BC400B3F-CFA6-4E66-A29E-3A23E50A831C}" type="pres">
      <dgm:prSet presAssocID="{6D820B5C-8FA8-45E4-9098-4F407C936033}" presName="sibTrans" presStyleCnt="0"/>
      <dgm:spPr/>
    </dgm:pt>
    <dgm:pt modelId="{7EC482BC-C426-45A8-9A00-A087D4A7B838}" type="pres">
      <dgm:prSet presAssocID="{08A464B9-181C-4A47-9CFD-052B27F96CFE}" presName="textNode" presStyleLbl="node1" presStyleIdx="3" presStyleCnt="7">
        <dgm:presLayoutVars>
          <dgm:bulletEnabled val="1"/>
        </dgm:presLayoutVars>
      </dgm:prSet>
      <dgm:spPr/>
      <dgm:t>
        <a:bodyPr/>
        <a:lstStyle/>
        <a:p>
          <a:endParaRPr lang="en-US"/>
        </a:p>
      </dgm:t>
    </dgm:pt>
    <dgm:pt modelId="{A6D6BCC0-B498-4A5A-A725-D35880176285}" type="pres">
      <dgm:prSet presAssocID="{E2915E67-C096-4173-ADAA-3D87B2BA4843}" presName="sibTrans" presStyleCnt="0"/>
      <dgm:spPr/>
    </dgm:pt>
    <dgm:pt modelId="{FB58875B-2DFF-413D-B873-A78D9ACFCD5E}" type="pres">
      <dgm:prSet presAssocID="{C23FE756-F36E-4D24-8BB4-BD658B1B0D25}" presName="textNode" presStyleLbl="node1" presStyleIdx="4" presStyleCnt="7">
        <dgm:presLayoutVars>
          <dgm:bulletEnabled val="1"/>
        </dgm:presLayoutVars>
      </dgm:prSet>
      <dgm:spPr/>
      <dgm:t>
        <a:bodyPr/>
        <a:lstStyle/>
        <a:p>
          <a:endParaRPr lang="en-US"/>
        </a:p>
      </dgm:t>
    </dgm:pt>
    <dgm:pt modelId="{4876466B-DF26-43BA-AA4F-D2DA61940146}" type="pres">
      <dgm:prSet presAssocID="{9D4A33CC-5FB1-4D34-ACC6-3C3664EAC927}" presName="sibTrans" presStyleCnt="0"/>
      <dgm:spPr/>
    </dgm:pt>
    <dgm:pt modelId="{FFA2C8A9-42D4-43B3-B406-A07AFEFC156A}" type="pres">
      <dgm:prSet presAssocID="{9A06E18B-E161-40D9-8B5A-9810DF8A22D0}" presName="textNode" presStyleLbl="node1" presStyleIdx="5" presStyleCnt="7">
        <dgm:presLayoutVars>
          <dgm:bulletEnabled val="1"/>
        </dgm:presLayoutVars>
      </dgm:prSet>
      <dgm:spPr/>
      <dgm:t>
        <a:bodyPr/>
        <a:lstStyle/>
        <a:p>
          <a:endParaRPr lang="en-US"/>
        </a:p>
      </dgm:t>
    </dgm:pt>
    <dgm:pt modelId="{F0D9475E-0508-406A-80F8-F29967ECF2B8}" type="pres">
      <dgm:prSet presAssocID="{0C0C1A42-9DE1-44E0-883C-36FF8D5E974B}" presName="sibTrans" presStyleCnt="0"/>
      <dgm:spPr/>
    </dgm:pt>
    <dgm:pt modelId="{3685D7AA-D34D-434B-95ED-AF893B68A9CE}" type="pres">
      <dgm:prSet presAssocID="{020C0A89-6368-47D5-A6E6-0D6FBA7C0F37}" presName="textNode" presStyleLbl="node1" presStyleIdx="6" presStyleCnt="7">
        <dgm:presLayoutVars>
          <dgm:bulletEnabled val="1"/>
        </dgm:presLayoutVars>
      </dgm:prSet>
      <dgm:spPr/>
      <dgm:t>
        <a:bodyPr/>
        <a:lstStyle/>
        <a:p>
          <a:endParaRPr lang="en-US"/>
        </a:p>
      </dgm:t>
    </dgm:pt>
  </dgm:ptLst>
  <dgm:cxnLst>
    <dgm:cxn modelId="{15FA38BB-118B-43EB-B551-1A2D92E473CE}" type="presOf" srcId="{C23FE756-F36E-4D24-8BB4-BD658B1B0D25}" destId="{FB58875B-2DFF-413D-B873-A78D9ACFCD5E}" srcOrd="0" destOrd="0" presId="urn:microsoft.com/office/officeart/2005/8/layout/hProcess9"/>
    <dgm:cxn modelId="{BC10790A-9F45-470E-9C73-9C9F912EEA67}" srcId="{65AD0F21-26AC-4A6D-AF7A-20E6900FB256}" destId="{6C56E4B9-DF1F-4496-833F-9F704254B3F0}" srcOrd="2" destOrd="0" parTransId="{C8E8DE01-B979-470A-9095-6AD077EDE313}" sibTransId="{6D820B5C-8FA8-45E4-9098-4F407C936033}"/>
    <dgm:cxn modelId="{7E308897-4A3C-469F-B796-CA9A959E5B00}" type="presOf" srcId="{65AD0F21-26AC-4A6D-AF7A-20E6900FB256}" destId="{B9BC290C-01EA-44A2-B4D0-964D45A092F0}" srcOrd="0" destOrd="0" presId="urn:microsoft.com/office/officeart/2005/8/layout/hProcess9"/>
    <dgm:cxn modelId="{42E2BC0C-2F50-445A-A5F1-D5A8E674AF2B}" type="presOf" srcId="{020C0A89-6368-47D5-A6E6-0D6FBA7C0F37}" destId="{3685D7AA-D34D-434B-95ED-AF893B68A9CE}" srcOrd="0" destOrd="0" presId="urn:microsoft.com/office/officeart/2005/8/layout/hProcess9"/>
    <dgm:cxn modelId="{7AE9FB55-D92D-4304-B2AC-7688F7EDEA73}" type="presOf" srcId="{6C56E4B9-DF1F-4496-833F-9F704254B3F0}" destId="{C9D3CE86-CABB-43E1-B27D-9B4183528D50}" srcOrd="0" destOrd="0" presId="urn:microsoft.com/office/officeart/2005/8/layout/hProcess9"/>
    <dgm:cxn modelId="{69FC77D4-DFB7-4FFB-9ECF-81C050623C01}" type="presOf" srcId="{9A06E18B-E161-40D9-8B5A-9810DF8A22D0}" destId="{FFA2C8A9-42D4-43B3-B406-A07AFEFC156A}" srcOrd="0" destOrd="0" presId="urn:microsoft.com/office/officeart/2005/8/layout/hProcess9"/>
    <dgm:cxn modelId="{0F868F65-EEE7-4961-9775-A2B7050C8BC1}" type="presOf" srcId="{07C61B12-2946-41AC-AF35-CC18C56F06BD}" destId="{951B2C38-2800-498D-84C0-5D0A98CFF7CF}" srcOrd="0" destOrd="0" presId="urn:microsoft.com/office/officeart/2005/8/layout/hProcess9"/>
    <dgm:cxn modelId="{617817BB-6E53-44BE-812E-B51DCC0CF4EF}" type="presOf" srcId="{08A464B9-181C-4A47-9CFD-052B27F96CFE}" destId="{7EC482BC-C426-45A8-9A00-A087D4A7B838}" srcOrd="0" destOrd="0" presId="urn:microsoft.com/office/officeart/2005/8/layout/hProcess9"/>
    <dgm:cxn modelId="{CE33FED2-BC4E-493A-BBA6-586885913C6F}" srcId="{65AD0F21-26AC-4A6D-AF7A-20E6900FB256}" destId="{07C61B12-2946-41AC-AF35-CC18C56F06BD}" srcOrd="0" destOrd="0" parTransId="{BFA2111B-FE27-4E59-9C36-36728D9BCD58}" sibTransId="{6C1DAEFF-BE7B-4294-B7EE-2BDE1A0A7F63}"/>
    <dgm:cxn modelId="{7A6C3C57-F77F-4FC0-96C0-EE748F1B4B49}" srcId="{65AD0F21-26AC-4A6D-AF7A-20E6900FB256}" destId="{C23FE756-F36E-4D24-8BB4-BD658B1B0D25}" srcOrd="4" destOrd="0" parTransId="{F1A59B4C-30CD-4963-A76F-A41621A8BD36}" sibTransId="{9D4A33CC-5FB1-4D34-ACC6-3C3664EAC927}"/>
    <dgm:cxn modelId="{68E07CD2-E272-4774-A81D-78915A975D5F}" type="presOf" srcId="{481005F2-4BD9-4659-AD47-11F031CC51E4}" destId="{5E1B519D-BA5C-4C5D-9F1B-A31E5AD79BC3}" srcOrd="0" destOrd="0" presId="urn:microsoft.com/office/officeart/2005/8/layout/hProcess9"/>
    <dgm:cxn modelId="{74845B36-F4E9-4376-BD88-60A3BF1555B0}" srcId="{65AD0F21-26AC-4A6D-AF7A-20E6900FB256}" destId="{9A06E18B-E161-40D9-8B5A-9810DF8A22D0}" srcOrd="5" destOrd="0" parTransId="{EE241C5B-F7C6-47DC-89FC-91A469DF8BCB}" sibTransId="{0C0C1A42-9DE1-44E0-883C-36FF8D5E974B}"/>
    <dgm:cxn modelId="{5EC8E6BC-4A10-426E-A80E-0E4BD2CB9F3A}" srcId="{65AD0F21-26AC-4A6D-AF7A-20E6900FB256}" destId="{020C0A89-6368-47D5-A6E6-0D6FBA7C0F37}" srcOrd="6" destOrd="0" parTransId="{090794AD-100E-4060-AC11-EFE3BCCC7EE3}" sibTransId="{55E21E5E-C8D5-4991-8B24-93062DFDACEF}"/>
    <dgm:cxn modelId="{728697C4-89CE-41D2-A674-4BB7E74DFA85}" srcId="{65AD0F21-26AC-4A6D-AF7A-20E6900FB256}" destId="{08A464B9-181C-4A47-9CFD-052B27F96CFE}" srcOrd="3" destOrd="0" parTransId="{FB7085E7-5F47-4CF8-A20C-EDBDEEC92B8C}" sibTransId="{E2915E67-C096-4173-ADAA-3D87B2BA4843}"/>
    <dgm:cxn modelId="{89D35DD6-A8C9-45F1-80F2-E7309E79E098}" srcId="{65AD0F21-26AC-4A6D-AF7A-20E6900FB256}" destId="{481005F2-4BD9-4659-AD47-11F031CC51E4}" srcOrd="1" destOrd="0" parTransId="{62119183-403A-4FCE-8AFD-21489392D1A8}" sibTransId="{45B5B937-FF10-483B-92DE-88DF8C601668}"/>
    <dgm:cxn modelId="{67B35707-52C3-4388-92E4-5D77D847FC01}" type="presParOf" srcId="{B9BC290C-01EA-44A2-B4D0-964D45A092F0}" destId="{89C086AA-FD99-436D-BAAF-BAAF52B4171F}" srcOrd="0" destOrd="0" presId="urn:microsoft.com/office/officeart/2005/8/layout/hProcess9"/>
    <dgm:cxn modelId="{127729A6-59CB-4E12-8833-6C5A652272F9}" type="presParOf" srcId="{B9BC290C-01EA-44A2-B4D0-964D45A092F0}" destId="{5949545A-56AE-415B-BEC7-1A3BB6A88882}" srcOrd="1" destOrd="0" presId="urn:microsoft.com/office/officeart/2005/8/layout/hProcess9"/>
    <dgm:cxn modelId="{8F8D396C-9ED1-4AD1-AD9F-5D03EBB6D26F}" type="presParOf" srcId="{5949545A-56AE-415B-BEC7-1A3BB6A88882}" destId="{951B2C38-2800-498D-84C0-5D0A98CFF7CF}" srcOrd="0" destOrd="0" presId="urn:microsoft.com/office/officeart/2005/8/layout/hProcess9"/>
    <dgm:cxn modelId="{DC30DA5D-A483-4C03-B7C2-C9DE84140AA6}" type="presParOf" srcId="{5949545A-56AE-415B-BEC7-1A3BB6A88882}" destId="{B8FD4BB3-CA50-4BAE-B927-160341ACD495}" srcOrd="1" destOrd="0" presId="urn:microsoft.com/office/officeart/2005/8/layout/hProcess9"/>
    <dgm:cxn modelId="{FEFE43E0-C94D-4CB9-8666-688D5F994453}" type="presParOf" srcId="{5949545A-56AE-415B-BEC7-1A3BB6A88882}" destId="{5E1B519D-BA5C-4C5D-9F1B-A31E5AD79BC3}" srcOrd="2" destOrd="0" presId="urn:microsoft.com/office/officeart/2005/8/layout/hProcess9"/>
    <dgm:cxn modelId="{AC38ED29-F202-42CF-BCE2-7E9A8B752A31}" type="presParOf" srcId="{5949545A-56AE-415B-BEC7-1A3BB6A88882}" destId="{CF6DFD02-74EC-44AC-A29D-473B2643FDB4}" srcOrd="3" destOrd="0" presId="urn:microsoft.com/office/officeart/2005/8/layout/hProcess9"/>
    <dgm:cxn modelId="{EC9F6ED5-5065-4B70-BE90-B2E0F4566C61}" type="presParOf" srcId="{5949545A-56AE-415B-BEC7-1A3BB6A88882}" destId="{C9D3CE86-CABB-43E1-B27D-9B4183528D50}" srcOrd="4" destOrd="0" presId="urn:microsoft.com/office/officeart/2005/8/layout/hProcess9"/>
    <dgm:cxn modelId="{5D865837-B190-4C79-949B-9D3B14B00F84}" type="presParOf" srcId="{5949545A-56AE-415B-BEC7-1A3BB6A88882}" destId="{BC400B3F-CFA6-4E66-A29E-3A23E50A831C}" srcOrd="5" destOrd="0" presId="urn:microsoft.com/office/officeart/2005/8/layout/hProcess9"/>
    <dgm:cxn modelId="{1F736255-FB04-4925-89E7-A80A3B9B2FC3}" type="presParOf" srcId="{5949545A-56AE-415B-BEC7-1A3BB6A88882}" destId="{7EC482BC-C426-45A8-9A00-A087D4A7B838}" srcOrd="6" destOrd="0" presId="urn:microsoft.com/office/officeart/2005/8/layout/hProcess9"/>
    <dgm:cxn modelId="{9DDDBC38-6AE4-4155-B6EE-B29A1D978D5F}" type="presParOf" srcId="{5949545A-56AE-415B-BEC7-1A3BB6A88882}" destId="{A6D6BCC0-B498-4A5A-A725-D35880176285}" srcOrd="7" destOrd="0" presId="urn:microsoft.com/office/officeart/2005/8/layout/hProcess9"/>
    <dgm:cxn modelId="{D0108CBF-F5EC-4474-80A4-B13E93B674F4}" type="presParOf" srcId="{5949545A-56AE-415B-BEC7-1A3BB6A88882}" destId="{FB58875B-2DFF-413D-B873-A78D9ACFCD5E}" srcOrd="8" destOrd="0" presId="urn:microsoft.com/office/officeart/2005/8/layout/hProcess9"/>
    <dgm:cxn modelId="{D65C8820-0B74-43B2-9236-B9F6E4D99146}" type="presParOf" srcId="{5949545A-56AE-415B-BEC7-1A3BB6A88882}" destId="{4876466B-DF26-43BA-AA4F-D2DA61940146}" srcOrd="9" destOrd="0" presId="urn:microsoft.com/office/officeart/2005/8/layout/hProcess9"/>
    <dgm:cxn modelId="{C2764E17-E33C-4C2D-B572-AF054695475A}" type="presParOf" srcId="{5949545A-56AE-415B-BEC7-1A3BB6A88882}" destId="{FFA2C8A9-42D4-43B3-B406-A07AFEFC156A}" srcOrd="10" destOrd="0" presId="urn:microsoft.com/office/officeart/2005/8/layout/hProcess9"/>
    <dgm:cxn modelId="{98D04B84-D8E5-435A-A6B3-B2651EEAFB21}" type="presParOf" srcId="{5949545A-56AE-415B-BEC7-1A3BB6A88882}" destId="{F0D9475E-0508-406A-80F8-F29967ECF2B8}" srcOrd="11" destOrd="0" presId="urn:microsoft.com/office/officeart/2005/8/layout/hProcess9"/>
    <dgm:cxn modelId="{7274819B-E43C-4C0E-93B6-64C97AD00503}" type="presParOf" srcId="{5949545A-56AE-415B-BEC7-1A3BB6A88882}" destId="{3685D7AA-D34D-434B-95ED-AF893B68A9CE}" srcOrd="1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5AD0F21-26AC-4A6D-AF7A-20E6900FB256}" type="doc">
      <dgm:prSet loTypeId="urn:microsoft.com/office/officeart/2005/8/layout/cycle3" loCatId="cycle" qsTypeId="urn:microsoft.com/office/officeart/2005/8/quickstyle/simple1" qsCatId="simple" csTypeId="urn:microsoft.com/office/officeart/2005/8/colors/accent0_3" csCatId="mainScheme" phldr="1"/>
      <dgm:spPr/>
    </dgm:pt>
    <dgm:pt modelId="{07C61B12-2946-41AC-AF35-CC18C56F06BD}">
      <dgm:prSet phldrT="[Text]"/>
      <dgm:spPr/>
      <dgm:t>
        <a:bodyPr/>
        <a:lstStyle/>
        <a:p>
          <a:r>
            <a:rPr lang="en-US" dirty="0" err="1" smtClean="0"/>
            <a:t>Akshara</a:t>
          </a:r>
          <a:endParaRPr lang="en-US" dirty="0" smtClean="0"/>
        </a:p>
        <a:p>
          <a:r>
            <a:rPr lang="en-US" dirty="0" smtClean="0"/>
            <a:t>(Indestructible)</a:t>
          </a:r>
          <a:endParaRPr lang="en-US" dirty="0"/>
        </a:p>
      </dgm:t>
    </dgm:pt>
    <dgm:pt modelId="{BFA2111B-FE27-4E59-9C36-36728D9BCD58}" type="parTrans" cxnId="{CE33FED2-BC4E-493A-BBA6-586885913C6F}">
      <dgm:prSet/>
      <dgm:spPr/>
      <dgm:t>
        <a:bodyPr/>
        <a:lstStyle/>
        <a:p>
          <a:endParaRPr lang="en-US"/>
        </a:p>
      </dgm:t>
    </dgm:pt>
    <dgm:pt modelId="{6C1DAEFF-BE7B-4294-B7EE-2BDE1A0A7F63}" type="sibTrans" cxnId="{CE33FED2-BC4E-493A-BBA6-586885913C6F}">
      <dgm:prSet/>
      <dgm:spPr/>
      <dgm:t>
        <a:bodyPr/>
        <a:lstStyle/>
        <a:p>
          <a:endParaRPr lang="en-US"/>
        </a:p>
      </dgm:t>
    </dgm:pt>
    <dgm:pt modelId="{481005F2-4BD9-4659-AD47-11F031CC51E4}">
      <dgm:prSet phldrT="[Text]"/>
      <dgm:spPr/>
      <dgm:t>
        <a:bodyPr/>
        <a:lstStyle/>
        <a:p>
          <a:r>
            <a:rPr lang="en-US" dirty="0" smtClean="0"/>
            <a:t>Brahma</a:t>
          </a:r>
        </a:p>
        <a:p>
          <a:r>
            <a:rPr lang="en-US" dirty="0" smtClean="0"/>
            <a:t>(Cosmic Reality)</a:t>
          </a:r>
          <a:endParaRPr lang="en-US" dirty="0"/>
        </a:p>
      </dgm:t>
    </dgm:pt>
    <dgm:pt modelId="{62119183-403A-4FCE-8AFD-21489392D1A8}" type="parTrans" cxnId="{89D35DD6-A8C9-45F1-80F2-E7309E79E098}">
      <dgm:prSet/>
      <dgm:spPr/>
      <dgm:t>
        <a:bodyPr/>
        <a:lstStyle/>
        <a:p>
          <a:endParaRPr lang="en-US"/>
        </a:p>
      </dgm:t>
    </dgm:pt>
    <dgm:pt modelId="{45B5B937-FF10-483B-92DE-88DF8C601668}" type="sibTrans" cxnId="{89D35DD6-A8C9-45F1-80F2-E7309E79E098}">
      <dgm:prSet/>
      <dgm:spPr/>
      <dgm:t>
        <a:bodyPr/>
        <a:lstStyle/>
        <a:p>
          <a:endParaRPr lang="en-US"/>
        </a:p>
      </dgm:t>
    </dgm:pt>
    <dgm:pt modelId="{6C56E4B9-DF1F-4496-833F-9F704254B3F0}">
      <dgm:prSet phldrT="[Text]"/>
      <dgm:spPr/>
      <dgm:t>
        <a:bodyPr/>
        <a:lstStyle/>
        <a:p>
          <a:r>
            <a:rPr lang="en-US" dirty="0" err="1" smtClean="0"/>
            <a:t>Yagna</a:t>
          </a:r>
          <a:endParaRPr lang="en-US" dirty="0" smtClean="0"/>
        </a:p>
        <a:p>
          <a:r>
            <a:rPr lang="en-US" dirty="0" smtClean="0"/>
            <a:t>(Sacrifice)</a:t>
          </a:r>
          <a:endParaRPr lang="en-US" dirty="0"/>
        </a:p>
      </dgm:t>
    </dgm:pt>
    <dgm:pt modelId="{C8E8DE01-B979-470A-9095-6AD077EDE313}" type="parTrans" cxnId="{BC10790A-9F45-470E-9C73-9C9F912EEA67}">
      <dgm:prSet/>
      <dgm:spPr/>
      <dgm:t>
        <a:bodyPr/>
        <a:lstStyle/>
        <a:p>
          <a:endParaRPr lang="en-US"/>
        </a:p>
      </dgm:t>
    </dgm:pt>
    <dgm:pt modelId="{6D820B5C-8FA8-45E4-9098-4F407C936033}" type="sibTrans" cxnId="{BC10790A-9F45-470E-9C73-9C9F912EEA67}">
      <dgm:prSet/>
      <dgm:spPr/>
      <dgm:t>
        <a:bodyPr/>
        <a:lstStyle/>
        <a:p>
          <a:endParaRPr lang="en-US"/>
        </a:p>
      </dgm:t>
    </dgm:pt>
    <dgm:pt modelId="{08A464B9-181C-4A47-9CFD-052B27F96CFE}">
      <dgm:prSet phldrT="[Text]"/>
      <dgm:spPr/>
      <dgm:t>
        <a:bodyPr/>
        <a:lstStyle/>
        <a:p>
          <a:r>
            <a:rPr lang="en-US" dirty="0" smtClean="0"/>
            <a:t>Karma</a:t>
          </a:r>
        </a:p>
        <a:p>
          <a:r>
            <a:rPr lang="en-US" dirty="0" smtClean="0"/>
            <a:t>(Action)</a:t>
          </a:r>
          <a:endParaRPr lang="en-US" dirty="0"/>
        </a:p>
      </dgm:t>
    </dgm:pt>
    <dgm:pt modelId="{FB7085E7-5F47-4CF8-A20C-EDBDEEC92B8C}" type="parTrans" cxnId="{728697C4-89CE-41D2-A674-4BB7E74DFA85}">
      <dgm:prSet/>
      <dgm:spPr/>
      <dgm:t>
        <a:bodyPr/>
        <a:lstStyle/>
        <a:p>
          <a:endParaRPr lang="en-US"/>
        </a:p>
      </dgm:t>
    </dgm:pt>
    <dgm:pt modelId="{E2915E67-C096-4173-ADAA-3D87B2BA4843}" type="sibTrans" cxnId="{728697C4-89CE-41D2-A674-4BB7E74DFA85}">
      <dgm:prSet/>
      <dgm:spPr/>
      <dgm:t>
        <a:bodyPr/>
        <a:lstStyle/>
        <a:p>
          <a:endParaRPr lang="en-US"/>
        </a:p>
      </dgm:t>
    </dgm:pt>
    <dgm:pt modelId="{C23FE756-F36E-4D24-8BB4-BD658B1B0D25}">
      <dgm:prSet phldrT="[Text]"/>
      <dgm:spPr/>
      <dgm:t>
        <a:bodyPr/>
        <a:lstStyle/>
        <a:p>
          <a:r>
            <a:rPr lang="en-US" dirty="0" err="1" smtClean="0"/>
            <a:t>Parjanya</a:t>
          </a:r>
          <a:endParaRPr lang="en-US" dirty="0" smtClean="0"/>
        </a:p>
        <a:p>
          <a:r>
            <a:rPr lang="en-US" dirty="0" smtClean="0"/>
            <a:t>(Clouds)</a:t>
          </a:r>
          <a:endParaRPr lang="en-US" dirty="0"/>
        </a:p>
      </dgm:t>
    </dgm:pt>
    <dgm:pt modelId="{F1A59B4C-30CD-4963-A76F-A41621A8BD36}" type="parTrans" cxnId="{7A6C3C57-F77F-4FC0-96C0-EE748F1B4B49}">
      <dgm:prSet/>
      <dgm:spPr/>
      <dgm:t>
        <a:bodyPr/>
        <a:lstStyle/>
        <a:p>
          <a:endParaRPr lang="en-US"/>
        </a:p>
      </dgm:t>
    </dgm:pt>
    <dgm:pt modelId="{9D4A33CC-5FB1-4D34-ACC6-3C3664EAC927}" type="sibTrans" cxnId="{7A6C3C57-F77F-4FC0-96C0-EE748F1B4B49}">
      <dgm:prSet/>
      <dgm:spPr/>
      <dgm:t>
        <a:bodyPr/>
        <a:lstStyle/>
        <a:p>
          <a:endParaRPr lang="en-US"/>
        </a:p>
      </dgm:t>
    </dgm:pt>
    <dgm:pt modelId="{9A06E18B-E161-40D9-8B5A-9810DF8A22D0}">
      <dgm:prSet phldrT="[Text]"/>
      <dgm:spPr/>
      <dgm:t>
        <a:bodyPr/>
        <a:lstStyle/>
        <a:p>
          <a:r>
            <a:rPr lang="en-US" dirty="0" smtClean="0"/>
            <a:t>Anna</a:t>
          </a:r>
        </a:p>
        <a:p>
          <a:r>
            <a:rPr lang="en-US" dirty="0" smtClean="0"/>
            <a:t>(Food)</a:t>
          </a:r>
          <a:endParaRPr lang="en-US" dirty="0"/>
        </a:p>
      </dgm:t>
    </dgm:pt>
    <dgm:pt modelId="{EE241C5B-F7C6-47DC-89FC-91A469DF8BCB}" type="parTrans" cxnId="{74845B36-F4E9-4376-BD88-60A3BF1555B0}">
      <dgm:prSet/>
      <dgm:spPr/>
      <dgm:t>
        <a:bodyPr/>
        <a:lstStyle/>
        <a:p>
          <a:endParaRPr lang="en-US"/>
        </a:p>
      </dgm:t>
    </dgm:pt>
    <dgm:pt modelId="{0C0C1A42-9DE1-44E0-883C-36FF8D5E974B}" type="sibTrans" cxnId="{74845B36-F4E9-4376-BD88-60A3BF1555B0}">
      <dgm:prSet/>
      <dgm:spPr/>
      <dgm:t>
        <a:bodyPr/>
        <a:lstStyle/>
        <a:p>
          <a:endParaRPr lang="en-US"/>
        </a:p>
      </dgm:t>
    </dgm:pt>
    <dgm:pt modelId="{020C0A89-6368-47D5-A6E6-0D6FBA7C0F37}">
      <dgm:prSet phldrT="[Text]"/>
      <dgm:spPr/>
      <dgm:t>
        <a:bodyPr/>
        <a:lstStyle/>
        <a:p>
          <a:r>
            <a:rPr lang="en-US" dirty="0" err="1" smtClean="0"/>
            <a:t>Prana</a:t>
          </a:r>
          <a:endParaRPr lang="en-US" dirty="0" smtClean="0"/>
        </a:p>
        <a:p>
          <a:r>
            <a:rPr lang="en-US" dirty="0" smtClean="0"/>
            <a:t>(Life)</a:t>
          </a:r>
          <a:endParaRPr lang="en-US" dirty="0"/>
        </a:p>
      </dgm:t>
    </dgm:pt>
    <dgm:pt modelId="{090794AD-100E-4060-AC11-EFE3BCCC7EE3}" type="parTrans" cxnId="{5EC8E6BC-4A10-426E-A80E-0E4BD2CB9F3A}">
      <dgm:prSet/>
      <dgm:spPr/>
      <dgm:t>
        <a:bodyPr/>
        <a:lstStyle/>
        <a:p>
          <a:endParaRPr lang="en-US"/>
        </a:p>
      </dgm:t>
    </dgm:pt>
    <dgm:pt modelId="{55E21E5E-C8D5-4991-8B24-93062DFDACEF}" type="sibTrans" cxnId="{5EC8E6BC-4A10-426E-A80E-0E4BD2CB9F3A}">
      <dgm:prSet/>
      <dgm:spPr/>
      <dgm:t>
        <a:bodyPr/>
        <a:lstStyle/>
        <a:p>
          <a:endParaRPr lang="en-US"/>
        </a:p>
      </dgm:t>
    </dgm:pt>
    <dgm:pt modelId="{3BE5503E-84A0-4114-9B18-2D11A65103E2}" type="pres">
      <dgm:prSet presAssocID="{65AD0F21-26AC-4A6D-AF7A-20E6900FB256}" presName="Name0" presStyleCnt="0">
        <dgm:presLayoutVars>
          <dgm:dir/>
          <dgm:resizeHandles val="exact"/>
        </dgm:presLayoutVars>
      </dgm:prSet>
      <dgm:spPr/>
    </dgm:pt>
    <dgm:pt modelId="{0AF96B5C-0719-42E5-9264-E4F9A00BBD5C}" type="pres">
      <dgm:prSet presAssocID="{65AD0F21-26AC-4A6D-AF7A-20E6900FB256}" presName="cycle" presStyleCnt="0"/>
      <dgm:spPr/>
    </dgm:pt>
    <dgm:pt modelId="{7BFA366A-8C41-4713-A8B7-45ED2DAA0F09}" type="pres">
      <dgm:prSet presAssocID="{07C61B12-2946-41AC-AF35-CC18C56F06BD}" presName="nodeFirstNode" presStyleLbl="node1" presStyleIdx="0" presStyleCnt="7">
        <dgm:presLayoutVars>
          <dgm:bulletEnabled val="1"/>
        </dgm:presLayoutVars>
      </dgm:prSet>
      <dgm:spPr/>
      <dgm:t>
        <a:bodyPr/>
        <a:lstStyle/>
        <a:p>
          <a:endParaRPr lang="en-US"/>
        </a:p>
      </dgm:t>
    </dgm:pt>
    <dgm:pt modelId="{98501E0F-5328-4E51-8AFD-52EE65CA1AD3}" type="pres">
      <dgm:prSet presAssocID="{6C1DAEFF-BE7B-4294-B7EE-2BDE1A0A7F63}" presName="sibTransFirstNode" presStyleLbl="bgShp" presStyleIdx="0" presStyleCnt="1"/>
      <dgm:spPr/>
      <dgm:t>
        <a:bodyPr/>
        <a:lstStyle/>
        <a:p>
          <a:endParaRPr lang="en-US"/>
        </a:p>
      </dgm:t>
    </dgm:pt>
    <dgm:pt modelId="{99A2924D-9BB1-4187-8705-76FB1CAC7EF3}" type="pres">
      <dgm:prSet presAssocID="{481005F2-4BD9-4659-AD47-11F031CC51E4}" presName="nodeFollowingNodes" presStyleLbl="node1" presStyleIdx="1" presStyleCnt="7">
        <dgm:presLayoutVars>
          <dgm:bulletEnabled val="1"/>
        </dgm:presLayoutVars>
      </dgm:prSet>
      <dgm:spPr/>
      <dgm:t>
        <a:bodyPr/>
        <a:lstStyle/>
        <a:p>
          <a:endParaRPr lang="en-US"/>
        </a:p>
      </dgm:t>
    </dgm:pt>
    <dgm:pt modelId="{E1D482D8-B576-4B3B-A287-D1DFF9E1CB8C}" type="pres">
      <dgm:prSet presAssocID="{6C56E4B9-DF1F-4496-833F-9F704254B3F0}" presName="nodeFollowingNodes" presStyleLbl="node1" presStyleIdx="2" presStyleCnt="7">
        <dgm:presLayoutVars>
          <dgm:bulletEnabled val="1"/>
        </dgm:presLayoutVars>
      </dgm:prSet>
      <dgm:spPr/>
      <dgm:t>
        <a:bodyPr/>
        <a:lstStyle/>
        <a:p>
          <a:endParaRPr lang="en-US"/>
        </a:p>
      </dgm:t>
    </dgm:pt>
    <dgm:pt modelId="{ED744114-2790-40B4-B742-0DFFAE551D27}" type="pres">
      <dgm:prSet presAssocID="{08A464B9-181C-4A47-9CFD-052B27F96CFE}" presName="nodeFollowingNodes" presStyleLbl="node1" presStyleIdx="3" presStyleCnt="7">
        <dgm:presLayoutVars>
          <dgm:bulletEnabled val="1"/>
        </dgm:presLayoutVars>
      </dgm:prSet>
      <dgm:spPr/>
      <dgm:t>
        <a:bodyPr/>
        <a:lstStyle/>
        <a:p>
          <a:endParaRPr lang="en-US"/>
        </a:p>
      </dgm:t>
    </dgm:pt>
    <dgm:pt modelId="{096F4258-B23B-4A30-B0AD-F60159E3B5B6}" type="pres">
      <dgm:prSet presAssocID="{C23FE756-F36E-4D24-8BB4-BD658B1B0D25}" presName="nodeFollowingNodes" presStyleLbl="node1" presStyleIdx="4" presStyleCnt="7">
        <dgm:presLayoutVars>
          <dgm:bulletEnabled val="1"/>
        </dgm:presLayoutVars>
      </dgm:prSet>
      <dgm:spPr/>
      <dgm:t>
        <a:bodyPr/>
        <a:lstStyle/>
        <a:p>
          <a:endParaRPr lang="en-US"/>
        </a:p>
      </dgm:t>
    </dgm:pt>
    <dgm:pt modelId="{3061ACE2-347E-466B-B8CC-209CA5CF1E16}" type="pres">
      <dgm:prSet presAssocID="{9A06E18B-E161-40D9-8B5A-9810DF8A22D0}" presName="nodeFollowingNodes" presStyleLbl="node1" presStyleIdx="5" presStyleCnt="7">
        <dgm:presLayoutVars>
          <dgm:bulletEnabled val="1"/>
        </dgm:presLayoutVars>
      </dgm:prSet>
      <dgm:spPr/>
      <dgm:t>
        <a:bodyPr/>
        <a:lstStyle/>
        <a:p>
          <a:endParaRPr lang="en-US"/>
        </a:p>
      </dgm:t>
    </dgm:pt>
    <dgm:pt modelId="{FBA17A54-C08F-4107-8DA3-690D33E94FAC}" type="pres">
      <dgm:prSet presAssocID="{020C0A89-6368-47D5-A6E6-0D6FBA7C0F37}" presName="nodeFollowingNodes" presStyleLbl="node1" presStyleIdx="6" presStyleCnt="7">
        <dgm:presLayoutVars>
          <dgm:bulletEnabled val="1"/>
        </dgm:presLayoutVars>
      </dgm:prSet>
      <dgm:spPr/>
      <dgm:t>
        <a:bodyPr/>
        <a:lstStyle/>
        <a:p>
          <a:endParaRPr lang="en-US"/>
        </a:p>
      </dgm:t>
    </dgm:pt>
  </dgm:ptLst>
  <dgm:cxnLst>
    <dgm:cxn modelId="{20E29CB4-E6B3-4B21-87B1-F2AF1454FFD0}" type="presOf" srcId="{020C0A89-6368-47D5-A6E6-0D6FBA7C0F37}" destId="{FBA17A54-C08F-4107-8DA3-690D33E94FAC}" srcOrd="0" destOrd="0" presId="urn:microsoft.com/office/officeart/2005/8/layout/cycle3"/>
    <dgm:cxn modelId="{3B218357-D662-492C-B4F9-A9145676A94B}" type="presOf" srcId="{65AD0F21-26AC-4A6D-AF7A-20E6900FB256}" destId="{3BE5503E-84A0-4114-9B18-2D11A65103E2}" srcOrd="0" destOrd="0" presId="urn:microsoft.com/office/officeart/2005/8/layout/cycle3"/>
    <dgm:cxn modelId="{63B20533-5303-4775-BD95-D97937795758}" type="presOf" srcId="{07C61B12-2946-41AC-AF35-CC18C56F06BD}" destId="{7BFA366A-8C41-4713-A8B7-45ED2DAA0F09}" srcOrd="0" destOrd="0" presId="urn:microsoft.com/office/officeart/2005/8/layout/cycle3"/>
    <dgm:cxn modelId="{BC10790A-9F45-470E-9C73-9C9F912EEA67}" srcId="{65AD0F21-26AC-4A6D-AF7A-20E6900FB256}" destId="{6C56E4B9-DF1F-4496-833F-9F704254B3F0}" srcOrd="2" destOrd="0" parTransId="{C8E8DE01-B979-470A-9095-6AD077EDE313}" sibTransId="{6D820B5C-8FA8-45E4-9098-4F407C936033}"/>
    <dgm:cxn modelId="{ED62FC05-F452-4930-8FB5-270DAEF18E63}" type="presOf" srcId="{6C1DAEFF-BE7B-4294-B7EE-2BDE1A0A7F63}" destId="{98501E0F-5328-4E51-8AFD-52EE65CA1AD3}" srcOrd="0" destOrd="0" presId="urn:microsoft.com/office/officeart/2005/8/layout/cycle3"/>
    <dgm:cxn modelId="{8C78C7F2-D205-4EED-8D9A-A2E4B181921F}" type="presOf" srcId="{6C56E4B9-DF1F-4496-833F-9F704254B3F0}" destId="{E1D482D8-B576-4B3B-A287-D1DFF9E1CB8C}" srcOrd="0" destOrd="0" presId="urn:microsoft.com/office/officeart/2005/8/layout/cycle3"/>
    <dgm:cxn modelId="{CE33FED2-BC4E-493A-BBA6-586885913C6F}" srcId="{65AD0F21-26AC-4A6D-AF7A-20E6900FB256}" destId="{07C61B12-2946-41AC-AF35-CC18C56F06BD}" srcOrd="0" destOrd="0" parTransId="{BFA2111B-FE27-4E59-9C36-36728D9BCD58}" sibTransId="{6C1DAEFF-BE7B-4294-B7EE-2BDE1A0A7F63}"/>
    <dgm:cxn modelId="{83D606B7-9FD0-4000-B40D-585DB0878ED6}" type="presOf" srcId="{481005F2-4BD9-4659-AD47-11F031CC51E4}" destId="{99A2924D-9BB1-4187-8705-76FB1CAC7EF3}" srcOrd="0" destOrd="0" presId="urn:microsoft.com/office/officeart/2005/8/layout/cycle3"/>
    <dgm:cxn modelId="{7A6C3C57-F77F-4FC0-96C0-EE748F1B4B49}" srcId="{65AD0F21-26AC-4A6D-AF7A-20E6900FB256}" destId="{C23FE756-F36E-4D24-8BB4-BD658B1B0D25}" srcOrd="4" destOrd="0" parTransId="{F1A59B4C-30CD-4963-A76F-A41621A8BD36}" sibTransId="{9D4A33CC-5FB1-4D34-ACC6-3C3664EAC927}"/>
    <dgm:cxn modelId="{74845B36-F4E9-4376-BD88-60A3BF1555B0}" srcId="{65AD0F21-26AC-4A6D-AF7A-20E6900FB256}" destId="{9A06E18B-E161-40D9-8B5A-9810DF8A22D0}" srcOrd="5" destOrd="0" parTransId="{EE241C5B-F7C6-47DC-89FC-91A469DF8BCB}" sibTransId="{0C0C1A42-9DE1-44E0-883C-36FF8D5E974B}"/>
    <dgm:cxn modelId="{DD05A6DC-85E7-40C2-8598-152292F85754}" type="presOf" srcId="{9A06E18B-E161-40D9-8B5A-9810DF8A22D0}" destId="{3061ACE2-347E-466B-B8CC-209CA5CF1E16}" srcOrd="0" destOrd="0" presId="urn:microsoft.com/office/officeart/2005/8/layout/cycle3"/>
    <dgm:cxn modelId="{5EC8E6BC-4A10-426E-A80E-0E4BD2CB9F3A}" srcId="{65AD0F21-26AC-4A6D-AF7A-20E6900FB256}" destId="{020C0A89-6368-47D5-A6E6-0D6FBA7C0F37}" srcOrd="6" destOrd="0" parTransId="{090794AD-100E-4060-AC11-EFE3BCCC7EE3}" sibTransId="{55E21E5E-C8D5-4991-8B24-93062DFDACEF}"/>
    <dgm:cxn modelId="{728697C4-89CE-41D2-A674-4BB7E74DFA85}" srcId="{65AD0F21-26AC-4A6D-AF7A-20E6900FB256}" destId="{08A464B9-181C-4A47-9CFD-052B27F96CFE}" srcOrd="3" destOrd="0" parTransId="{FB7085E7-5F47-4CF8-A20C-EDBDEEC92B8C}" sibTransId="{E2915E67-C096-4173-ADAA-3D87B2BA4843}"/>
    <dgm:cxn modelId="{89D35DD6-A8C9-45F1-80F2-E7309E79E098}" srcId="{65AD0F21-26AC-4A6D-AF7A-20E6900FB256}" destId="{481005F2-4BD9-4659-AD47-11F031CC51E4}" srcOrd="1" destOrd="0" parTransId="{62119183-403A-4FCE-8AFD-21489392D1A8}" sibTransId="{45B5B937-FF10-483B-92DE-88DF8C601668}"/>
    <dgm:cxn modelId="{14F0A9DA-ABF0-45FF-8AE5-7AC10A6C8F30}" type="presOf" srcId="{08A464B9-181C-4A47-9CFD-052B27F96CFE}" destId="{ED744114-2790-40B4-B742-0DFFAE551D27}" srcOrd="0" destOrd="0" presId="urn:microsoft.com/office/officeart/2005/8/layout/cycle3"/>
    <dgm:cxn modelId="{7E797B77-DFF7-474F-AD16-72AE7D5C333B}" type="presOf" srcId="{C23FE756-F36E-4D24-8BB4-BD658B1B0D25}" destId="{096F4258-B23B-4A30-B0AD-F60159E3B5B6}" srcOrd="0" destOrd="0" presId="urn:microsoft.com/office/officeart/2005/8/layout/cycle3"/>
    <dgm:cxn modelId="{55436152-22FB-4912-85B1-9D39C6686946}" type="presParOf" srcId="{3BE5503E-84A0-4114-9B18-2D11A65103E2}" destId="{0AF96B5C-0719-42E5-9264-E4F9A00BBD5C}" srcOrd="0" destOrd="0" presId="urn:microsoft.com/office/officeart/2005/8/layout/cycle3"/>
    <dgm:cxn modelId="{D2640173-2771-49AB-8DA1-3F6A19BF6678}" type="presParOf" srcId="{0AF96B5C-0719-42E5-9264-E4F9A00BBD5C}" destId="{7BFA366A-8C41-4713-A8B7-45ED2DAA0F09}" srcOrd="0" destOrd="0" presId="urn:microsoft.com/office/officeart/2005/8/layout/cycle3"/>
    <dgm:cxn modelId="{72B6BDAF-85CC-4C35-B102-090DD23C7B7A}" type="presParOf" srcId="{0AF96B5C-0719-42E5-9264-E4F9A00BBD5C}" destId="{98501E0F-5328-4E51-8AFD-52EE65CA1AD3}" srcOrd="1" destOrd="0" presId="urn:microsoft.com/office/officeart/2005/8/layout/cycle3"/>
    <dgm:cxn modelId="{126487EC-0E4E-4334-AFF7-48694A3F6E0E}" type="presParOf" srcId="{0AF96B5C-0719-42E5-9264-E4F9A00BBD5C}" destId="{99A2924D-9BB1-4187-8705-76FB1CAC7EF3}" srcOrd="2" destOrd="0" presId="urn:microsoft.com/office/officeart/2005/8/layout/cycle3"/>
    <dgm:cxn modelId="{0988A6F7-46D6-4E64-A39E-ACF52F1403F9}" type="presParOf" srcId="{0AF96B5C-0719-42E5-9264-E4F9A00BBD5C}" destId="{E1D482D8-B576-4B3B-A287-D1DFF9E1CB8C}" srcOrd="3" destOrd="0" presId="urn:microsoft.com/office/officeart/2005/8/layout/cycle3"/>
    <dgm:cxn modelId="{A1286A52-88DF-49AD-B1AD-3CCE85EE10B1}" type="presParOf" srcId="{0AF96B5C-0719-42E5-9264-E4F9A00BBD5C}" destId="{ED744114-2790-40B4-B742-0DFFAE551D27}" srcOrd="4" destOrd="0" presId="urn:microsoft.com/office/officeart/2005/8/layout/cycle3"/>
    <dgm:cxn modelId="{93CCF772-6937-462D-AA29-DFE1A292F46A}" type="presParOf" srcId="{0AF96B5C-0719-42E5-9264-E4F9A00BBD5C}" destId="{096F4258-B23B-4A30-B0AD-F60159E3B5B6}" srcOrd="5" destOrd="0" presId="urn:microsoft.com/office/officeart/2005/8/layout/cycle3"/>
    <dgm:cxn modelId="{A7BEE911-7E9F-443A-806E-A9465A313B7F}" type="presParOf" srcId="{0AF96B5C-0719-42E5-9264-E4F9A00BBD5C}" destId="{3061ACE2-347E-466B-B8CC-209CA5CF1E16}" srcOrd="6" destOrd="0" presId="urn:microsoft.com/office/officeart/2005/8/layout/cycle3"/>
    <dgm:cxn modelId="{B2012EBB-A679-48A8-94A3-B862A2DB9DCE}" type="presParOf" srcId="{0AF96B5C-0719-42E5-9264-E4F9A00BBD5C}" destId="{FBA17A54-C08F-4107-8DA3-690D33E94FAC}" srcOrd="7"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65AD0F21-26AC-4A6D-AF7A-20E6900FB256}" type="doc">
      <dgm:prSet loTypeId="urn:microsoft.com/office/officeart/2005/8/layout/cycle3" loCatId="cycle" qsTypeId="urn:microsoft.com/office/officeart/2005/8/quickstyle/simple1" qsCatId="simple" csTypeId="urn:microsoft.com/office/officeart/2005/8/colors/accent0_3" csCatId="mainScheme" phldr="1"/>
      <dgm:spPr/>
    </dgm:pt>
    <dgm:pt modelId="{07C61B12-2946-41AC-AF35-CC18C56F06BD}">
      <dgm:prSet phldrT="[Text]"/>
      <dgm:spPr/>
      <dgm:t>
        <a:bodyPr/>
        <a:lstStyle/>
        <a:p>
          <a:r>
            <a:rPr lang="en-US" dirty="0" err="1" smtClean="0"/>
            <a:t>Akshara</a:t>
          </a:r>
          <a:endParaRPr lang="en-US" dirty="0" smtClean="0"/>
        </a:p>
        <a:p>
          <a:r>
            <a:rPr lang="en-US" dirty="0" smtClean="0"/>
            <a:t>(Indestructible)</a:t>
          </a:r>
          <a:endParaRPr lang="en-US" dirty="0"/>
        </a:p>
      </dgm:t>
    </dgm:pt>
    <dgm:pt modelId="{BFA2111B-FE27-4E59-9C36-36728D9BCD58}" type="parTrans" cxnId="{CE33FED2-BC4E-493A-BBA6-586885913C6F}">
      <dgm:prSet/>
      <dgm:spPr/>
      <dgm:t>
        <a:bodyPr/>
        <a:lstStyle/>
        <a:p>
          <a:endParaRPr lang="en-US"/>
        </a:p>
      </dgm:t>
    </dgm:pt>
    <dgm:pt modelId="{6C1DAEFF-BE7B-4294-B7EE-2BDE1A0A7F63}" type="sibTrans" cxnId="{CE33FED2-BC4E-493A-BBA6-586885913C6F}">
      <dgm:prSet/>
      <dgm:spPr/>
      <dgm:t>
        <a:bodyPr/>
        <a:lstStyle/>
        <a:p>
          <a:endParaRPr lang="en-US"/>
        </a:p>
      </dgm:t>
    </dgm:pt>
    <dgm:pt modelId="{481005F2-4BD9-4659-AD47-11F031CC51E4}">
      <dgm:prSet phldrT="[Text]"/>
      <dgm:spPr/>
      <dgm:t>
        <a:bodyPr/>
        <a:lstStyle/>
        <a:p>
          <a:r>
            <a:rPr lang="en-US" dirty="0" smtClean="0"/>
            <a:t>Brahma</a:t>
          </a:r>
        </a:p>
        <a:p>
          <a:r>
            <a:rPr lang="en-US" dirty="0" smtClean="0"/>
            <a:t>(Cosmic Reality)</a:t>
          </a:r>
          <a:endParaRPr lang="en-US" dirty="0"/>
        </a:p>
      </dgm:t>
    </dgm:pt>
    <dgm:pt modelId="{62119183-403A-4FCE-8AFD-21489392D1A8}" type="parTrans" cxnId="{89D35DD6-A8C9-45F1-80F2-E7309E79E098}">
      <dgm:prSet/>
      <dgm:spPr/>
      <dgm:t>
        <a:bodyPr/>
        <a:lstStyle/>
        <a:p>
          <a:endParaRPr lang="en-US"/>
        </a:p>
      </dgm:t>
    </dgm:pt>
    <dgm:pt modelId="{45B5B937-FF10-483B-92DE-88DF8C601668}" type="sibTrans" cxnId="{89D35DD6-A8C9-45F1-80F2-E7309E79E098}">
      <dgm:prSet/>
      <dgm:spPr/>
      <dgm:t>
        <a:bodyPr/>
        <a:lstStyle/>
        <a:p>
          <a:endParaRPr lang="en-US"/>
        </a:p>
      </dgm:t>
    </dgm:pt>
    <dgm:pt modelId="{6C56E4B9-DF1F-4496-833F-9F704254B3F0}">
      <dgm:prSet phldrT="[Text]"/>
      <dgm:spPr/>
      <dgm:t>
        <a:bodyPr/>
        <a:lstStyle/>
        <a:p>
          <a:r>
            <a:rPr lang="en-US" dirty="0" err="1" smtClean="0"/>
            <a:t>Yagna</a:t>
          </a:r>
          <a:endParaRPr lang="en-US" dirty="0" smtClean="0"/>
        </a:p>
        <a:p>
          <a:r>
            <a:rPr lang="en-US" dirty="0" smtClean="0"/>
            <a:t>(Sacrifice)</a:t>
          </a:r>
          <a:endParaRPr lang="en-US" dirty="0"/>
        </a:p>
      </dgm:t>
    </dgm:pt>
    <dgm:pt modelId="{C8E8DE01-B979-470A-9095-6AD077EDE313}" type="parTrans" cxnId="{BC10790A-9F45-470E-9C73-9C9F912EEA67}">
      <dgm:prSet/>
      <dgm:spPr/>
      <dgm:t>
        <a:bodyPr/>
        <a:lstStyle/>
        <a:p>
          <a:endParaRPr lang="en-US"/>
        </a:p>
      </dgm:t>
    </dgm:pt>
    <dgm:pt modelId="{6D820B5C-8FA8-45E4-9098-4F407C936033}" type="sibTrans" cxnId="{BC10790A-9F45-470E-9C73-9C9F912EEA67}">
      <dgm:prSet/>
      <dgm:spPr/>
      <dgm:t>
        <a:bodyPr/>
        <a:lstStyle/>
        <a:p>
          <a:endParaRPr lang="en-US"/>
        </a:p>
      </dgm:t>
    </dgm:pt>
    <dgm:pt modelId="{08A464B9-181C-4A47-9CFD-052B27F96CFE}">
      <dgm:prSet phldrT="[Text]"/>
      <dgm:spPr/>
      <dgm:t>
        <a:bodyPr/>
        <a:lstStyle/>
        <a:p>
          <a:r>
            <a:rPr lang="en-US" dirty="0" smtClean="0"/>
            <a:t>Karma</a:t>
          </a:r>
        </a:p>
        <a:p>
          <a:r>
            <a:rPr lang="en-US" dirty="0" smtClean="0"/>
            <a:t>(Action)</a:t>
          </a:r>
          <a:endParaRPr lang="en-US" dirty="0"/>
        </a:p>
      </dgm:t>
    </dgm:pt>
    <dgm:pt modelId="{FB7085E7-5F47-4CF8-A20C-EDBDEEC92B8C}" type="parTrans" cxnId="{728697C4-89CE-41D2-A674-4BB7E74DFA85}">
      <dgm:prSet/>
      <dgm:spPr/>
      <dgm:t>
        <a:bodyPr/>
        <a:lstStyle/>
        <a:p>
          <a:endParaRPr lang="en-US"/>
        </a:p>
      </dgm:t>
    </dgm:pt>
    <dgm:pt modelId="{E2915E67-C096-4173-ADAA-3D87B2BA4843}" type="sibTrans" cxnId="{728697C4-89CE-41D2-A674-4BB7E74DFA85}">
      <dgm:prSet/>
      <dgm:spPr/>
      <dgm:t>
        <a:bodyPr/>
        <a:lstStyle/>
        <a:p>
          <a:endParaRPr lang="en-US"/>
        </a:p>
      </dgm:t>
    </dgm:pt>
    <dgm:pt modelId="{C23FE756-F36E-4D24-8BB4-BD658B1B0D25}">
      <dgm:prSet phldrT="[Text]"/>
      <dgm:spPr/>
      <dgm:t>
        <a:bodyPr/>
        <a:lstStyle/>
        <a:p>
          <a:r>
            <a:rPr lang="en-US" dirty="0" err="1" smtClean="0"/>
            <a:t>Parjanya</a:t>
          </a:r>
          <a:endParaRPr lang="en-US" dirty="0" smtClean="0"/>
        </a:p>
        <a:p>
          <a:r>
            <a:rPr lang="en-US" dirty="0" smtClean="0"/>
            <a:t>(Clouds)</a:t>
          </a:r>
          <a:endParaRPr lang="en-US" dirty="0"/>
        </a:p>
      </dgm:t>
    </dgm:pt>
    <dgm:pt modelId="{F1A59B4C-30CD-4963-A76F-A41621A8BD36}" type="parTrans" cxnId="{7A6C3C57-F77F-4FC0-96C0-EE748F1B4B49}">
      <dgm:prSet/>
      <dgm:spPr/>
      <dgm:t>
        <a:bodyPr/>
        <a:lstStyle/>
        <a:p>
          <a:endParaRPr lang="en-US"/>
        </a:p>
      </dgm:t>
    </dgm:pt>
    <dgm:pt modelId="{9D4A33CC-5FB1-4D34-ACC6-3C3664EAC927}" type="sibTrans" cxnId="{7A6C3C57-F77F-4FC0-96C0-EE748F1B4B49}">
      <dgm:prSet/>
      <dgm:spPr/>
      <dgm:t>
        <a:bodyPr/>
        <a:lstStyle/>
        <a:p>
          <a:endParaRPr lang="en-US"/>
        </a:p>
      </dgm:t>
    </dgm:pt>
    <dgm:pt modelId="{9A06E18B-E161-40D9-8B5A-9810DF8A22D0}">
      <dgm:prSet phldrT="[Text]"/>
      <dgm:spPr/>
      <dgm:t>
        <a:bodyPr/>
        <a:lstStyle/>
        <a:p>
          <a:r>
            <a:rPr lang="en-US" dirty="0" smtClean="0"/>
            <a:t>Anna</a:t>
          </a:r>
        </a:p>
        <a:p>
          <a:r>
            <a:rPr lang="en-US" dirty="0" smtClean="0"/>
            <a:t>(Food)</a:t>
          </a:r>
          <a:endParaRPr lang="en-US" dirty="0"/>
        </a:p>
      </dgm:t>
    </dgm:pt>
    <dgm:pt modelId="{EE241C5B-F7C6-47DC-89FC-91A469DF8BCB}" type="parTrans" cxnId="{74845B36-F4E9-4376-BD88-60A3BF1555B0}">
      <dgm:prSet/>
      <dgm:spPr/>
      <dgm:t>
        <a:bodyPr/>
        <a:lstStyle/>
        <a:p>
          <a:endParaRPr lang="en-US"/>
        </a:p>
      </dgm:t>
    </dgm:pt>
    <dgm:pt modelId="{0C0C1A42-9DE1-44E0-883C-36FF8D5E974B}" type="sibTrans" cxnId="{74845B36-F4E9-4376-BD88-60A3BF1555B0}">
      <dgm:prSet/>
      <dgm:spPr/>
      <dgm:t>
        <a:bodyPr/>
        <a:lstStyle/>
        <a:p>
          <a:endParaRPr lang="en-US"/>
        </a:p>
      </dgm:t>
    </dgm:pt>
    <dgm:pt modelId="{020C0A89-6368-47D5-A6E6-0D6FBA7C0F37}">
      <dgm:prSet phldrT="[Text]"/>
      <dgm:spPr/>
      <dgm:t>
        <a:bodyPr/>
        <a:lstStyle/>
        <a:p>
          <a:r>
            <a:rPr lang="en-US" dirty="0" err="1" smtClean="0"/>
            <a:t>Prana</a:t>
          </a:r>
          <a:endParaRPr lang="en-US" dirty="0" smtClean="0"/>
        </a:p>
        <a:p>
          <a:r>
            <a:rPr lang="en-US" dirty="0" smtClean="0"/>
            <a:t>(Life)</a:t>
          </a:r>
          <a:endParaRPr lang="en-US" dirty="0"/>
        </a:p>
      </dgm:t>
    </dgm:pt>
    <dgm:pt modelId="{090794AD-100E-4060-AC11-EFE3BCCC7EE3}" type="parTrans" cxnId="{5EC8E6BC-4A10-426E-A80E-0E4BD2CB9F3A}">
      <dgm:prSet/>
      <dgm:spPr/>
      <dgm:t>
        <a:bodyPr/>
        <a:lstStyle/>
        <a:p>
          <a:endParaRPr lang="en-US"/>
        </a:p>
      </dgm:t>
    </dgm:pt>
    <dgm:pt modelId="{55E21E5E-C8D5-4991-8B24-93062DFDACEF}" type="sibTrans" cxnId="{5EC8E6BC-4A10-426E-A80E-0E4BD2CB9F3A}">
      <dgm:prSet/>
      <dgm:spPr/>
      <dgm:t>
        <a:bodyPr/>
        <a:lstStyle/>
        <a:p>
          <a:endParaRPr lang="en-US"/>
        </a:p>
      </dgm:t>
    </dgm:pt>
    <dgm:pt modelId="{3BE5503E-84A0-4114-9B18-2D11A65103E2}" type="pres">
      <dgm:prSet presAssocID="{65AD0F21-26AC-4A6D-AF7A-20E6900FB256}" presName="Name0" presStyleCnt="0">
        <dgm:presLayoutVars>
          <dgm:dir/>
          <dgm:resizeHandles val="exact"/>
        </dgm:presLayoutVars>
      </dgm:prSet>
      <dgm:spPr/>
    </dgm:pt>
    <dgm:pt modelId="{0AF96B5C-0719-42E5-9264-E4F9A00BBD5C}" type="pres">
      <dgm:prSet presAssocID="{65AD0F21-26AC-4A6D-AF7A-20E6900FB256}" presName="cycle" presStyleCnt="0"/>
      <dgm:spPr/>
    </dgm:pt>
    <dgm:pt modelId="{7BFA366A-8C41-4713-A8B7-45ED2DAA0F09}" type="pres">
      <dgm:prSet presAssocID="{07C61B12-2946-41AC-AF35-CC18C56F06BD}" presName="nodeFirstNode" presStyleLbl="node1" presStyleIdx="0" presStyleCnt="7">
        <dgm:presLayoutVars>
          <dgm:bulletEnabled val="1"/>
        </dgm:presLayoutVars>
      </dgm:prSet>
      <dgm:spPr/>
      <dgm:t>
        <a:bodyPr/>
        <a:lstStyle/>
        <a:p>
          <a:endParaRPr lang="en-US"/>
        </a:p>
      </dgm:t>
    </dgm:pt>
    <dgm:pt modelId="{98501E0F-5328-4E51-8AFD-52EE65CA1AD3}" type="pres">
      <dgm:prSet presAssocID="{6C1DAEFF-BE7B-4294-B7EE-2BDE1A0A7F63}" presName="sibTransFirstNode" presStyleLbl="bgShp" presStyleIdx="0" presStyleCnt="1"/>
      <dgm:spPr/>
      <dgm:t>
        <a:bodyPr/>
        <a:lstStyle/>
        <a:p>
          <a:endParaRPr lang="en-US"/>
        </a:p>
      </dgm:t>
    </dgm:pt>
    <dgm:pt modelId="{99A2924D-9BB1-4187-8705-76FB1CAC7EF3}" type="pres">
      <dgm:prSet presAssocID="{481005F2-4BD9-4659-AD47-11F031CC51E4}" presName="nodeFollowingNodes" presStyleLbl="node1" presStyleIdx="1" presStyleCnt="7">
        <dgm:presLayoutVars>
          <dgm:bulletEnabled val="1"/>
        </dgm:presLayoutVars>
      </dgm:prSet>
      <dgm:spPr/>
      <dgm:t>
        <a:bodyPr/>
        <a:lstStyle/>
        <a:p>
          <a:endParaRPr lang="en-US"/>
        </a:p>
      </dgm:t>
    </dgm:pt>
    <dgm:pt modelId="{E1D482D8-B576-4B3B-A287-D1DFF9E1CB8C}" type="pres">
      <dgm:prSet presAssocID="{6C56E4B9-DF1F-4496-833F-9F704254B3F0}" presName="nodeFollowingNodes" presStyleLbl="node1" presStyleIdx="2" presStyleCnt="7">
        <dgm:presLayoutVars>
          <dgm:bulletEnabled val="1"/>
        </dgm:presLayoutVars>
      </dgm:prSet>
      <dgm:spPr/>
      <dgm:t>
        <a:bodyPr/>
        <a:lstStyle/>
        <a:p>
          <a:endParaRPr lang="en-US"/>
        </a:p>
      </dgm:t>
    </dgm:pt>
    <dgm:pt modelId="{ED744114-2790-40B4-B742-0DFFAE551D27}" type="pres">
      <dgm:prSet presAssocID="{08A464B9-181C-4A47-9CFD-052B27F96CFE}" presName="nodeFollowingNodes" presStyleLbl="node1" presStyleIdx="3" presStyleCnt="7">
        <dgm:presLayoutVars>
          <dgm:bulletEnabled val="1"/>
        </dgm:presLayoutVars>
      </dgm:prSet>
      <dgm:spPr/>
      <dgm:t>
        <a:bodyPr/>
        <a:lstStyle/>
        <a:p>
          <a:endParaRPr lang="en-US"/>
        </a:p>
      </dgm:t>
    </dgm:pt>
    <dgm:pt modelId="{096F4258-B23B-4A30-B0AD-F60159E3B5B6}" type="pres">
      <dgm:prSet presAssocID="{C23FE756-F36E-4D24-8BB4-BD658B1B0D25}" presName="nodeFollowingNodes" presStyleLbl="node1" presStyleIdx="4" presStyleCnt="7">
        <dgm:presLayoutVars>
          <dgm:bulletEnabled val="1"/>
        </dgm:presLayoutVars>
      </dgm:prSet>
      <dgm:spPr/>
      <dgm:t>
        <a:bodyPr/>
        <a:lstStyle/>
        <a:p>
          <a:endParaRPr lang="en-US"/>
        </a:p>
      </dgm:t>
    </dgm:pt>
    <dgm:pt modelId="{3061ACE2-347E-466B-B8CC-209CA5CF1E16}" type="pres">
      <dgm:prSet presAssocID="{9A06E18B-E161-40D9-8B5A-9810DF8A22D0}" presName="nodeFollowingNodes" presStyleLbl="node1" presStyleIdx="5" presStyleCnt="7">
        <dgm:presLayoutVars>
          <dgm:bulletEnabled val="1"/>
        </dgm:presLayoutVars>
      </dgm:prSet>
      <dgm:spPr/>
      <dgm:t>
        <a:bodyPr/>
        <a:lstStyle/>
        <a:p>
          <a:endParaRPr lang="en-US"/>
        </a:p>
      </dgm:t>
    </dgm:pt>
    <dgm:pt modelId="{FBA17A54-C08F-4107-8DA3-690D33E94FAC}" type="pres">
      <dgm:prSet presAssocID="{020C0A89-6368-47D5-A6E6-0D6FBA7C0F37}" presName="nodeFollowingNodes" presStyleLbl="node1" presStyleIdx="6" presStyleCnt="7">
        <dgm:presLayoutVars>
          <dgm:bulletEnabled val="1"/>
        </dgm:presLayoutVars>
      </dgm:prSet>
      <dgm:spPr/>
      <dgm:t>
        <a:bodyPr/>
        <a:lstStyle/>
        <a:p>
          <a:endParaRPr lang="en-US"/>
        </a:p>
      </dgm:t>
    </dgm:pt>
  </dgm:ptLst>
  <dgm:cxnLst>
    <dgm:cxn modelId="{B0CC4351-5A9B-4AE5-ADD6-A26E57A72F7A}" type="presOf" srcId="{9A06E18B-E161-40D9-8B5A-9810DF8A22D0}" destId="{3061ACE2-347E-466B-B8CC-209CA5CF1E16}" srcOrd="0" destOrd="0" presId="urn:microsoft.com/office/officeart/2005/8/layout/cycle3"/>
    <dgm:cxn modelId="{3B218357-D662-492C-B4F9-A9145676A94B}" type="presOf" srcId="{65AD0F21-26AC-4A6D-AF7A-20E6900FB256}" destId="{3BE5503E-84A0-4114-9B18-2D11A65103E2}" srcOrd="0" destOrd="0" presId="urn:microsoft.com/office/officeart/2005/8/layout/cycle3"/>
    <dgm:cxn modelId="{A147AA10-4F73-43C0-AC27-F62E1716A202}" type="presOf" srcId="{481005F2-4BD9-4659-AD47-11F031CC51E4}" destId="{99A2924D-9BB1-4187-8705-76FB1CAC7EF3}" srcOrd="0" destOrd="0" presId="urn:microsoft.com/office/officeart/2005/8/layout/cycle3"/>
    <dgm:cxn modelId="{BC10790A-9F45-470E-9C73-9C9F912EEA67}" srcId="{65AD0F21-26AC-4A6D-AF7A-20E6900FB256}" destId="{6C56E4B9-DF1F-4496-833F-9F704254B3F0}" srcOrd="2" destOrd="0" parTransId="{C8E8DE01-B979-470A-9095-6AD077EDE313}" sibTransId="{6D820B5C-8FA8-45E4-9098-4F407C936033}"/>
    <dgm:cxn modelId="{CBDC4A7F-FC38-4C89-8C15-943AE6A47A56}" type="presOf" srcId="{6C56E4B9-DF1F-4496-833F-9F704254B3F0}" destId="{E1D482D8-B576-4B3B-A287-D1DFF9E1CB8C}" srcOrd="0" destOrd="0" presId="urn:microsoft.com/office/officeart/2005/8/layout/cycle3"/>
    <dgm:cxn modelId="{BF15BC6E-FC5E-466D-9DFA-06C8CE74E6E8}" type="presOf" srcId="{C23FE756-F36E-4D24-8BB4-BD658B1B0D25}" destId="{096F4258-B23B-4A30-B0AD-F60159E3B5B6}" srcOrd="0" destOrd="0" presId="urn:microsoft.com/office/officeart/2005/8/layout/cycle3"/>
    <dgm:cxn modelId="{CE33FED2-BC4E-493A-BBA6-586885913C6F}" srcId="{65AD0F21-26AC-4A6D-AF7A-20E6900FB256}" destId="{07C61B12-2946-41AC-AF35-CC18C56F06BD}" srcOrd="0" destOrd="0" parTransId="{BFA2111B-FE27-4E59-9C36-36728D9BCD58}" sibTransId="{6C1DAEFF-BE7B-4294-B7EE-2BDE1A0A7F63}"/>
    <dgm:cxn modelId="{453003DB-674F-4841-9BAC-C20B2C619F00}" type="presOf" srcId="{6C1DAEFF-BE7B-4294-B7EE-2BDE1A0A7F63}" destId="{98501E0F-5328-4E51-8AFD-52EE65CA1AD3}" srcOrd="0" destOrd="0" presId="urn:microsoft.com/office/officeart/2005/8/layout/cycle3"/>
    <dgm:cxn modelId="{7A6C3C57-F77F-4FC0-96C0-EE748F1B4B49}" srcId="{65AD0F21-26AC-4A6D-AF7A-20E6900FB256}" destId="{C23FE756-F36E-4D24-8BB4-BD658B1B0D25}" srcOrd="4" destOrd="0" parTransId="{F1A59B4C-30CD-4963-A76F-A41621A8BD36}" sibTransId="{9D4A33CC-5FB1-4D34-ACC6-3C3664EAC927}"/>
    <dgm:cxn modelId="{D1CEB77C-A12C-4314-92A2-46A9A3E32CFF}" type="presOf" srcId="{07C61B12-2946-41AC-AF35-CC18C56F06BD}" destId="{7BFA366A-8C41-4713-A8B7-45ED2DAA0F09}" srcOrd="0" destOrd="0" presId="urn:microsoft.com/office/officeart/2005/8/layout/cycle3"/>
    <dgm:cxn modelId="{74845B36-F4E9-4376-BD88-60A3BF1555B0}" srcId="{65AD0F21-26AC-4A6D-AF7A-20E6900FB256}" destId="{9A06E18B-E161-40D9-8B5A-9810DF8A22D0}" srcOrd="5" destOrd="0" parTransId="{EE241C5B-F7C6-47DC-89FC-91A469DF8BCB}" sibTransId="{0C0C1A42-9DE1-44E0-883C-36FF8D5E974B}"/>
    <dgm:cxn modelId="{E870A70C-783A-41A0-9BA3-515726519A34}" type="presOf" srcId="{08A464B9-181C-4A47-9CFD-052B27F96CFE}" destId="{ED744114-2790-40B4-B742-0DFFAE551D27}" srcOrd="0" destOrd="0" presId="urn:microsoft.com/office/officeart/2005/8/layout/cycle3"/>
    <dgm:cxn modelId="{9046BDFB-475F-4E76-B571-FA47BC3FFFCE}" type="presOf" srcId="{020C0A89-6368-47D5-A6E6-0D6FBA7C0F37}" destId="{FBA17A54-C08F-4107-8DA3-690D33E94FAC}" srcOrd="0" destOrd="0" presId="urn:microsoft.com/office/officeart/2005/8/layout/cycle3"/>
    <dgm:cxn modelId="{5EC8E6BC-4A10-426E-A80E-0E4BD2CB9F3A}" srcId="{65AD0F21-26AC-4A6D-AF7A-20E6900FB256}" destId="{020C0A89-6368-47D5-A6E6-0D6FBA7C0F37}" srcOrd="6" destOrd="0" parTransId="{090794AD-100E-4060-AC11-EFE3BCCC7EE3}" sibTransId="{55E21E5E-C8D5-4991-8B24-93062DFDACEF}"/>
    <dgm:cxn modelId="{728697C4-89CE-41D2-A674-4BB7E74DFA85}" srcId="{65AD0F21-26AC-4A6D-AF7A-20E6900FB256}" destId="{08A464B9-181C-4A47-9CFD-052B27F96CFE}" srcOrd="3" destOrd="0" parTransId="{FB7085E7-5F47-4CF8-A20C-EDBDEEC92B8C}" sibTransId="{E2915E67-C096-4173-ADAA-3D87B2BA4843}"/>
    <dgm:cxn modelId="{89D35DD6-A8C9-45F1-80F2-E7309E79E098}" srcId="{65AD0F21-26AC-4A6D-AF7A-20E6900FB256}" destId="{481005F2-4BD9-4659-AD47-11F031CC51E4}" srcOrd="1" destOrd="0" parTransId="{62119183-403A-4FCE-8AFD-21489392D1A8}" sibTransId="{45B5B937-FF10-483B-92DE-88DF8C601668}"/>
    <dgm:cxn modelId="{9FE65E95-A246-42E1-A207-71F218024C57}" type="presParOf" srcId="{3BE5503E-84A0-4114-9B18-2D11A65103E2}" destId="{0AF96B5C-0719-42E5-9264-E4F9A00BBD5C}" srcOrd="0" destOrd="0" presId="urn:microsoft.com/office/officeart/2005/8/layout/cycle3"/>
    <dgm:cxn modelId="{32E1726F-7891-4264-86A2-F4A16079AC7A}" type="presParOf" srcId="{0AF96B5C-0719-42E5-9264-E4F9A00BBD5C}" destId="{7BFA366A-8C41-4713-A8B7-45ED2DAA0F09}" srcOrd="0" destOrd="0" presId="urn:microsoft.com/office/officeart/2005/8/layout/cycle3"/>
    <dgm:cxn modelId="{68E7F599-4CDD-4DB1-9189-76B3CB3AE397}" type="presParOf" srcId="{0AF96B5C-0719-42E5-9264-E4F9A00BBD5C}" destId="{98501E0F-5328-4E51-8AFD-52EE65CA1AD3}" srcOrd="1" destOrd="0" presId="urn:microsoft.com/office/officeart/2005/8/layout/cycle3"/>
    <dgm:cxn modelId="{FCA1A92B-45B8-49D3-A499-38C29B5A18CC}" type="presParOf" srcId="{0AF96B5C-0719-42E5-9264-E4F9A00BBD5C}" destId="{99A2924D-9BB1-4187-8705-76FB1CAC7EF3}" srcOrd="2" destOrd="0" presId="urn:microsoft.com/office/officeart/2005/8/layout/cycle3"/>
    <dgm:cxn modelId="{59ADBEC8-4C81-4419-B89B-691F8ED92D3D}" type="presParOf" srcId="{0AF96B5C-0719-42E5-9264-E4F9A00BBD5C}" destId="{E1D482D8-B576-4B3B-A287-D1DFF9E1CB8C}" srcOrd="3" destOrd="0" presId="urn:microsoft.com/office/officeart/2005/8/layout/cycle3"/>
    <dgm:cxn modelId="{0484E702-4FD5-40AB-BC24-8E65C9B835CE}" type="presParOf" srcId="{0AF96B5C-0719-42E5-9264-E4F9A00BBD5C}" destId="{ED744114-2790-40B4-B742-0DFFAE551D27}" srcOrd="4" destOrd="0" presId="urn:microsoft.com/office/officeart/2005/8/layout/cycle3"/>
    <dgm:cxn modelId="{F1A52F9F-2C5E-4F24-B15E-CAB431186C84}" type="presParOf" srcId="{0AF96B5C-0719-42E5-9264-E4F9A00BBD5C}" destId="{096F4258-B23B-4A30-B0AD-F60159E3B5B6}" srcOrd="5" destOrd="0" presId="urn:microsoft.com/office/officeart/2005/8/layout/cycle3"/>
    <dgm:cxn modelId="{7FBF7092-C997-4B5D-84F4-AA23E6713F8B}" type="presParOf" srcId="{0AF96B5C-0719-42E5-9264-E4F9A00BBD5C}" destId="{3061ACE2-347E-466B-B8CC-209CA5CF1E16}" srcOrd="6" destOrd="0" presId="urn:microsoft.com/office/officeart/2005/8/layout/cycle3"/>
    <dgm:cxn modelId="{263EBE11-6E11-4043-9E56-5395F586F687}" type="presParOf" srcId="{0AF96B5C-0719-42E5-9264-E4F9A00BBD5C}" destId="{FBA17A54-C08F-4107-8DA3-690D33E94FAC}" srcOrd="7"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086AA-FD99-436D-BAAF-BAAF52B4171F}">
      <dsp:nvSpPr>
        <dsp:cNvPr id="0" name=""/>
        <dsp:cNvSpPr/>
      </dsp:nvSpPr>
      <dsp:spPr>
        <a:xfrm>
          <a:off x="914399" y="0"/>
          <a:ext cx="10363200" cy="685800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1B2C38-2800-498D-84C0-5D0A98CFF7CF}">
      <dsp:nvSpPr>
        <dsp:cNvPr id="0" name=""/>
        <dsp:cNvSpPr/>
      </dsp:nvSpPr>
      <dsp:spPr>
        <a:xfrm>
          <a:off x="762"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err="1" smtClean="0"/>
            <a:t>Akshara</a:t>
          </a:r>
          <a:endParaRPr lang="en-US" sz="1600" kern="1200" dirty="0" smtClean="0"/>
        </a:p>
        <a:p>
          <a:pPr lvl="0" algn="ctr" defTabSz="711200">
            <a:lnSpc>
              <a:spcPct val="90000"/>
            </a:lnSpc>
            <a:spcBef>
              <a:spcPct val="0"/>
            </a:spcBef>
            <a:spcAft>
              <a:spcPct val="35000"/>
            </a:spcAft>
          </a:pPr>
          <a:r>
            <a:rPr lang="en-US" sz="1600" kern="1200" dirty="0" smtClean="0"/>
            <a:t>(Indestructible)</a:t>
          </a:r>
          <a:endParaRPr lang="en-US" sz="1600" kern="1200" dirty="0"/>
        </a:p>
      </dsp:txBody>
      <dsp:txXfrm>
        <a:off x="79024" y="2135662"/>
        <a:ext cx="1446689" cy="2586676"/>
      </dsp:txXfrm>
    </dsp:sp>
    <dsp:sp modelId="{5E1B519D-BA5C-4C5D-9F1B-A31E5AD79BC3}">
      <dsp:nvSpPr>
        <dsp:cNvPr id="0" name=""/>
        <dsp:cNvSpPr/>
      </dsp:nvSpPr>
      <dsp:spPr>
        <a:xfrm>
          <a:off x="1765306"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Brahma</a:t>
          </a:r>
        </a:p>
        <a:p>
          <a:pPr lvl="0" algn="ctr" defTabSz="711200">
            <a:lnSpc>
              <a:spcPct val="90000"/>
            </a:lnSpc>
            <a:spcBef>
              <a:spcPct val="0"/>
            </a:spcBef>
            <a:spcAft>
              <a:spcPct val="35000"/>
            </a:spcAft>
          </a:pPr>
          <a:r>
            <a:rPr lang="en-US" sz="1600" kern="1200" dirty="0" smtClean="0"/>
            <a:t>(Cosmic Reality)</a:t>
          </a:r>
          <a:endParaRPr lang="en-US" sz="1600" kern="1200" dirty="0"/>
        </a:p>
      </dsp:txBody>
      <dsp:txXfrm>
        <a:off x="1843568" y="2135662"/>
        <a:ext cx="1446689" cy="2586676"/>
      </dsp:txXfrm>
    </dsp:sp>
    <dsp:sp modelId="{C9D3CE86-CABB-43E1-B27D-9B4183528D50}">
      <dsp:nvSpPr>
        <dsp:cNvPr id="0" name=""/>
        <dsp:cNvSpPr/>
      </dsp:nvSpPr>
      <dsp:spPr>
        <a:xfrm>
          <a:off x="3529849"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err="1" smtClean="0"/>
            <a:t>Yagna</a:t>
          </a:r>
          <a:endParaRPr lang="en-US" sz="1600" kern="1200" dirty="0" smtClean="0"/>
        </a:p>
        <a:p>
          <a:pPr lvl="0" algn="ctr" defTabSz="711200">
            <a:lnSpc>
              <a:spcPct val="90000"/>
            </a:lnSpc>
            <a:spcBef>
              <a:spcPct val="0"/>
            </a:spcBef>
            <a:spcAft>
              <a:spcPct val="35000"/>
            </a:spcAft>
          </a:pPr>
          <a:r>
            <a:rPr lang="en-US" sz="1600" kern="1200" dirty="0" smtClean="0"/>
            <a:t>(Sacrifice)</a:t>
          </a:r>
          <a:endParaRPr lang="en-US" sz="1600" kern="1200" dirty="0"/>
        </a:p>
      </dsp:txBody>
      <dsp:txXfrm>
        <a:off x="3608111" y="2135662"/>
        <a:ext cx="1446689" cy="2586676"/>
      </dsp:txXfrm>
    </dsp:sp>
    <dsp:sp modelId="{7EC482BC-C426-45A8-9A00-A087D4A7B838}">
      <dsp:nvSpPr>
        <dsp:cNvPr id="0" name=""/>
        <dsp:cNvSpPr/>
      </dsp:nvSpPr>
      <dsp:spPr>
        <a:xfrm>
          <a:off x="5294393"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Karma</a:t>
          </a:r>
        </a:p>
        <a:p>
          <a:pPr lvl="0" algn="ctr" defTabSz="711200">
            <a:lnSpc>
              <a:spcPct val="90000"/>
            </a:lnSpc>
            <a:spcBef>
              <a:spcPct val="0"/>
            </a:spcBef>
            <a:spcAft>
              <a:spcPct val="35000"/>
            </a:spcAft>
          </a:pPr>
          <a:r>
            <a:rPr lang="en-US" sz="1600" kern="1200" dirty="0" smtClean="0"/>
            <a:t>(Action)</a:t>
          </a:r>
          <a:endParaRPr lang="en-US" sz="1600" kern="1200" dirty="0"/>
        </a:p>
      </dsp:txBody>
      <dsp:txXfrm>
        <a:off x="5372655" y="2135662"/>
        <a:ext cx="1446689" cy="2586676"/>
      </dsp:txXfrm>
    </dsp:sp>
    <dsp:sp modelId="{FB58875B-2DFF-413D-B873-A78D9ACFCD5E}">
      <dsp:nvSpPr>
        <dsp:cNvPr id="0" name=""/>
        <dsp:cNvSpPr/>
      </dsp:nvSpPr>
      <dsp:spPr>
        <a:xfrm>
          <a:off x="7058936"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err="1" smtClean="0"/>
            <a:t>Parjanya</a:t>
          </a:r>
          <a:endParaRPr lang="en-US" sz="1600" kern="1200" dirty="0" smtClean="0"/>
        </a:p>
        <a:p>
          <a:pPr lvl="0" algn="ctr" defTabSz="711200">
            <a:lnSpc>
              <a:spcPct val="90000"/>
            </a:lnSpc>
            <a:spcBef>
              <a:spcPct val="0"/>
            </a:spcBef>
            <a:spcAft>
              <a:spcPct val="35000"/>
            </a:spcAft>
          </a:pPr>
          <a:r>
            <a:rPr lang="en-US" sz="1600" kern="1200" dirty="0" smtClean="0"/>
            <a:t>(Clouds)</a:t>
          </a:r>
          <a:endParaRPr lang="en-US" sz="1600" kern="1200" dirty="0"/>
        </a:p>
      </dsp:txBody>
      <dsp:txXfrm>
        <a:off x="7137198" y="2135662"/>
        <a:ext cx="1446689" cy="2586676"/>
      </dsp:txXfrm>
    </dsp:sp>
    <dsp:sp modelId="{FFA2C8A9-42D4-43B3-B406-A07AFEFC156A}">
      <dsp:nvSpPr>
        <dsp:cNvPr id="0" name=""/>
        <dsp:cNvSpPr/>
      </dsp:nvSpPr>
      <dsp:spPr>
        <a:xfrm>
          <a:off x="8823480"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Anna</a:t>
          </a:r>
        </a:p>
        <a:p>
          <a:pPr lvl="0" algn="ctr" defTabSz="711200">
            <a:lnSpc>
              <a:spcPct val="90000"/>
            </a:lnSpc>
            <a:spcBef>
              <a:spcPct val="0"/>
            </a:spcBef>
            <a:spcAft>
              <a:spcPct val="35000"/>
            </a:spcAft>
          </a:pPr>
          <a:r>
            <a:rPr lang="en-US" sz="1600" kern="1200" dirty="0" smtClean="0"/>
            <a:t>(Food)</a:t>
          </a:r>
          <a:endParaRPr lang="en-US" sz="1600" kern="1200" dirty="0"/>
        </a:p>
      </dsp:txBody>
      <dsp:txXfrm>
        <a:off x="8901742" y="2135662"/>
        <a:ext cx="1446689" cy="2586676"/>
      </dsp:txXfrm>
    </dsp:sp>
    <dsp:sp modelId="{3685D7AA-D34D-434B-95ED-AF893B68A9CE}">
      <dsp:nvSpPr>
        <dsp:cNvPr id="0" name=""/>
        <dsp:cNvSpPr/>
      </dsp:nvSpPr>
      <dsp:spPr>
        <a:xfrm>
          <a:off x="10588023" y="2057400"/>
          <a:ext cx="1603213" cy="2743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err="1" smtClean="0"/>
            <a:t>Prana</a:t>
          </a:r>
          <a:endParaRPr lang="en-US" sz="1600" kern="1200" dirty="0" smtClean="0"/>
        </a:p>
        <a:p>
          <a:pPr lvl="0" algn="ctr" defTabSz="711200">
            <a:lnSpc>
              <a:spcPct val="90000"/>
            </a:lnSpc>
            <a:spcBef>
              <a:spcPct val="0"/>
            </a:spcBef>
            <a:spcAft>
              <a:spcPct val="35000"/>
            </a:spcAft>
          </a:pPr>
          <a:r>
            <a:rPr lang="en-US" sz="1600" kern="1200" dirty="0" smtClean="0"/>
            <a:t>(Life)</a:t>
          </a:r>
          <a:endParaRPr lang="en-US" sz="1600" kern="1200" dirty="0"/>
        </a:p>
      </dsp:txBody>
      <dsp:txXfrm>
        <a:off x="10666285" y="2135662"/>
        <a:ext cx="1446689" cy="2586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01E0F-5328-4E51-8AFD-52EE65CA1AD3}">
      <dsp:nvSpPr>
        <dsp:cNvPr id="0" name=""/>
        <dsp:cNvSpPr/>
      </dsp:nvSpPr>
      <dsp:spPr>
        <a:xfrm>
          <a:off x="2565129" y="-43688"/>
          <a:ext cx="7061741" cy="7061741"/>
        </a:xfrm>
        <a:prstGeom prst="circularArrow">
          <a:avLst>
            <a:gd name="adj1" fmla="val 5544"/>
            <a:gd name="adj2" fmla="val 330680"/>
            <a:gd name="adj3" fmla="val 14474886"/>
            <a:gd name="adj4" fmla="val 16973650"/>
            <a:gd name="adj5" fmla="val 575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FA366A-8C41-4713-A8B7-45ED2DAA0F09}">
      <dsp:nvSpPr>
        <dsp:cNvPr id="0" name=""/>
        <dsp:cNvSpPr/>
      </dsp:nvSpPr>
      <dsp:spPr>
        <a:xfrm>
          <a:off x="4964906" y="1160"/>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Akshara</a:t>
          </a:r>
          <a:endParaRPr lang="en-US" sz="2300" kern="1200" dirty="0" smtClean="0"/>
        </a:p>
        <a:p>
          <a:pPr lvl="0" algn="ctr" defTabSz="1022350">
            <a:lnSpc>
              <a:spcPct val="90000"/>
            </a:lnSpc>
            <a:spcBef>
              <a:spcPct val="0"/>
            </a:spcBef>
            <a:spcAft>
              <a:spcPct val="35000"/>
            </a:spcAft>
          </a:pPr>
          <a:r>
            <a:rPr lang="en-US" sz="2300" kern="1200" dirty="0" smtClean="0"/>
            <a:t>(Indestructible)</a:t>
          </a:r>
          <a:endParaRPr lang="en-US" sz="2300" kern="1200" dirty="0"/>
        </a:p>
      </dsp:txBody>
      <dsp:txXfrm>
        <a:off x="5020121" y="56375"/>
        <a:ext cx="2151757" cy="1020663"/>
      </dsp:txXfrm>
    </dsp:sp>
    <dsp:sp modelId="{99A2924D-9BB1-4187-8705-76FB1CAC7EF3}">
      <dsp:nvSpPr>
        <dsp:cNvPr id="0" name=""/>
        <dsp:cNvSpPr/>
      </dsp:nvSpPr>
      <dsp:spPr>
        <a:xfrm>
          <a:off x="7319316" y="113498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Brahma</a:t>
          </a:r>
        </a:p>
        <a:p>
          <a:pPr lvl="0" algn="ctr" defTabSz="1022350">
            <a:lnSpc>
              <a:spcPct val="90000"/>
            </a:lnSpc>
            <a:spcBef>
              <a:spcPct val="0"/>
            </a:spcBef>
            <a:spcAft>
              <a:spcPct val="35000"/>
            </a:spcAft>
          </a:pPr>
          <a:r>
            <a:rPr lang="en-US" sz="2300" kern="1200" dirty="0" smtClean="0"/>
            <a:t>(Cosmic Reality)</a:t>
          </a:r>
          <a:endParaRPr lang="en-US" sz="2300" kern="1200" dirty="0"/>
        </a:p>
      </dsp:txBody>
      <dsp:txXfrm>
        <a:off x="7374531" y="1190199"/>
        <a:ext cx="2151757" cy="1020663"/>
      </dsp:txXfrm>
    </dsp:sp>
    <dsp:sp modelId="{E1D482D8-B576-4B3B-A287-D1DFF9E1CB8C}">
      <dsp:nvSpPr>
        <dsp:cNvPr id="0" name=""/>
        <dsp:cNvSpPr/>
      </dsp:nvSpPr>
      <dsp:spPr>
        <a:xfrm>
          <a:off x="7900807" y="368266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Yagna</a:t>
          </a:r>
          <a:endParaRPr lang="en-US" sz="2300" kern="1200" dirty="0" smtClean="0"/>
        </a:p>
        <a:p>
          <a:pPr lvl="0" algn="ctr" defTabSz="1022350">
            <a:lnSpc>
              <a:spcPct val="90000"/>
            </a:lnSpc>
            <a:spcBef>
              <a:spcPct val="0"/>
            </a:spcBef>
            <a:spcAft>
              <a:spcPct val="35000"/>
            </a:spcAft>
          </a:pPr>
          <a:r>
            <a:rPr lang="en-US" sz="2300" kern="1200" dirty="0" smtClean="0"/>
            <a:t>(Sacrifice)</a:t>
          </a:r>
          <a:endParaRPr lang="en-US" sz="2300" kern="1200" dirty="0"/>
        </a:p>
      </dsp:txBody>
      <dsp:txXfrm>
        <a:off x="7956022" y="3737879"/>
        <a:ext cx="2151757" cy="1020663"/>
      </dsp:txXfrm>
    </dsp:sp>
    <dsp:sp modelId="{ED744114-2790-40B4-B742-0DFFAE551D27}">
      <dsp:nvSpPr>
        <dsp:cNvPr id="0" name=""/>
        <dsp:cNvSpPr/>
      </dsp:nvSpPr>
      <dsp:spPr>
        <a:xfrm>
          <a:off x="6271505" y="5725745"/>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Karma</a:t>
          </a:r>
        </a:p>
        <a:p>
          <a:pPr lvl="0" algn="ctr" defTabSz="1022350">
            <a:lnSpc>
              <a:spcPct val="90000"/>
            </a:lnSpc>
            <a:spcBef>
              <a:spcPct val="0"/>
            </a:spcBef>
            <a:spcAft>
              <a:spcPct val="35000"/>
            </a:spcAft>
          </a:pPr>
          <a:r>
            <a:rPr lang="en-US" sz="2300" kern="1200" dirty="0" smtClean="0"/>
            <a:t>(Action)</a:t>
          </a:r>
          <a:endParaRPr lang="en-US" sz="2300" kern="1200" dirty="0"/>
        </a:p>
      </dsp:txBody>
      <dsp:txXfrm>
        <a:off x="6326720" y="5780960"/>
        <a:ext cx="2151757" cy="1020663"/>
      </dsp:txXfrm>
    </dsp:sp>
    <dsp:sp modelId="{096F4258-B23B-4A30-B0AD-F60159E3B5B6}">
      <dsp:nvSpPr>
        <dsp:cNvPr id="0" name=""/>
        <dsp:cNvSpPr/>
      </dsp:nvSpPr>
      <dsp:spPr>
        <a:xfrm>
          <a:off x="3658307" y="5725745"/>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Parjanya</a:t>
          </a:r>
          <a:endParaRPr lang="en-US" sz="2300" kern="1200" dirty="0" smtClean="0"/>
        </a:p>
        <a:p>
          <a:pPr lvl="0" algn="ctr" defTabSz="1022350">
            <a:lnSpc>
              <a:spcPct val="90000"/>
            </a:lnSpc>
            <a:spcBef>
              <a:spcPct val="0"/>
            </a:spcBef>
            <a:spcAft>
              <a:spcPct val="35000"/>
            </a:spcAft>
          </a:pPr>
          <a:r>
            <a:rPr lang="en-US" sz="2300" kern="1200" dirty="0" smtClean="0"/>
            <a:t>(Clouds)</a:t>
          </a:r>
          <a:endParaRPr lang="en-US" sz="2300" kern="1200" dirty="0"/>
        </a:p>
      </dsp:txBody>
      <dsp:txXfrm>
        <a:off x="3713522" y="5780960"/>
        <a:ext cx="2151757" cy="1020663"/>
      </dsp:txXfrm>
    </dsp:sp>
    <dsp:sp modelId="{3061ACE2-347E-466B-B8CC-209CA5CF1E16}">
      <dsp:nvSpPr>
        <dsp:cNvPr id="0" name=""/>
        <dsp:cNvSpPr/>
      </dsp:nvSpPr>
      <dsp:spPr>
        <a:xfrm>
          <a:off x="2029004" y="368266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Anna</a:t>
          </a:r>
        </a:p>
        <a:p>
          <a:pPr lvl="0" algn="ctr" defTabSz="1022350">
            <a:lnSpc>
              <a:spcPct val="90000"/>
            </a:lnSpc>
            <a:spcBef>
              <a:spcPct val="0"/>
            </a:spcBef>
            <a:spcAft>
              <a:spcPct val="35000"/>
            </a:spcAft>
          </a:pPr>
          <a:r>
            <a:rPr lang="en-US" sz="2300" kern="1200" dirty="0" smtClean="0"/>
            <a:t>(Food)</a:t>
          </a:r>
          <a:endParaRPr lang="en-US" sz="2300" kern="1200" dirty="0"/>
        </a:p>
      </dsp:txBody>
      <dsp:txXfrm>
        <a:off x="2084219" y="3737879"/>
        <a:ext cx="2151757" cy="1020663"/>
      </dsp:txXfrm>
    </dsp:sp>
    <dsp:sp modelId="{FBA17A54-C08F-4107-8DA3-690D33E94FAC}">
      <dsp:nvSpPr>
        <dsp:cNvPr id="0" name=""/>
        <dsp:cNvSpPr/>
      </dsp:nvSpPr>
      <dsp:spPr>
        <a:xfrm>
          <a:off x="2610495" y="113498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Prana</a:t>
          </a:r>
          <a:endParaRPr lang="en-US" sz="2300" kern="1200" dirty="0" smtClean="0"/>
        </a:p>
        <a:p>
          <a:pPr lvl="0" algn="ctr" defTabSz="1022350">
            <a:lnSpc>
              <a:spcPct val="90000"/>
            </a:lnSpc>
            <a:spcBef>
              <a:spcPct val="0"/>
            </a:spcBef>
            <a:spcAft>
              <a:spcPct val="35000"/>
            </a:spcAft>
          </a:pPr>
          <a:r>
            <a:rPr lang="en-US" sz="2300" kern="1200" dirty="0" smtClean="0"/>
            <a:t>(Life)</a:t>
          </a:r>
          <a:endParaRPr lang="en-US" sz="2300" kern="1200" dirty="0"/>
        </a:p>
      </dsp:txBody>
      <dsp:txXfrm>
        <a:off x="2665710" y="1190199"/>
        <a:ext cx="2151757" cy="10206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01E0F-5328-4E51-8AFD-52EE65CA1AD3}">
      <dsp:nvSpPr>
        <dsp:cNvPr id="0" name=""/>
        <dsp:cNvSpPr/>
      </dsp:nvSpPr>
      <dsp:spPr>
        <a:xfrm>
          <a:off x="2565129" y="-43688"/>
          <a:ext cx="7061741" cy="7061741"/>
        </a:xfrm>
        <a:prstGeom prst="circularArrow">
          <a:avLst>
            <a:gd name="adj1" fmla="val 5544"/>
            <a:gd name="adj2" fmla="val 330680"/>
            <a:gd name="adj3" fmla="val 14474886"/>
            <a:gd name="adj4" fmla="val 16973650"/>
            <a:gd name="adj5" fmla="val 575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FA366A-8C41-4713-A8B7-45ED2DAA0F09}">
      <dsp:nvSpPr>
        <dsp:cNvPr id="0" name=""/>
        <dsp:cNvSpPr/>
      </dsp:nvSpPr>
      <dsp:spPr>
        <a:xfrm>
          <a:off x="4964906" y="1160"/>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Akshara</a:t>
          </a:r>
          <a:endParaRPr lang="en-US" sz="2300" kern="1200" dirty="0" smtClean="0"/>
        </a:p>
        <a:p>
          <a:pPr lvl="0" algn="ctr" defTabSz="1022350">
            <a:lnSpc>
              <a:spcPct val="90000"/>
            </a:lnSpc>
            <a:spcBef>
              <a:spcPct val="0"/>
            </a:spcBef>
            <a:spcAft>
              <a:spcPct val="35000"/>
            </a:spcAft>
          </a:pPr>
          <a:r>
            <a:rPr lang="en-US" sz="2300" kern="1200" dirty="0" smtClean="0"/>
            <a:t>(Indestructible)</a:t>
          </a:r>
          <a:endParaRPr lang="en-US" sz="2300" kern="1200" dirty="0"/>
        </a:p>
      </dsp:txBody>
      <dsp:txXfrm>
        <a:off x="5020121" y="56375"/>
        <a:ext cx="2151757" cy="1020663"/>
      </dsp:txXfrm>
    </dsp:sp>
    <dsp:sp modelId="{99A2924D-9BB1-4187-8705-76FB1CAC7EF3}">
      <dsp:nvSpPr>
        <dsp:cNvPr id="0" name=""/>
        <dsp:cNvSpPr/>
      </dsp:nvSpPr>
      <dsp:spPr>
        <a:xfrm>
          <a:off x="7319316" y="113498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Brahma</a:t>
          </a:r>
        </a:p>
        <a:p>
          <a:pPr lvl="0" algn="ctr" defTabSz="1022350">
            <a:lnSpc>
              <a:spcPct val="90000"/>
            </a:lnSpc>
            <a:spcBef>
              <a:spcPct val="0"/>
            </a:spcBef>
            <a:spcAft>
              <a:spcPct val="35000"/>
            </a:spcAft>
          </a:pPr>
          <a:r>
            <a:rPr lang="en-US" sz="2300" kern="1200" dirty="0" smtClean="0"/>
            <a:t>(Cosmic Reality)</a:t>
          </a:r>
          <a:endParaRPr lang="en-US" sz="2300" kern="1200" dirty="0"/>
        </a:p>
      </dsp:txBody>
      <dsp:txXfrm>
        <a:off x="7374531" y="1190199"/>
        <a:ext cx="2151757" cy="1020663"/>
      </dsp:txXfrm>
    </dsp:sp>
    <dsp:sp modelId="{E1D482D8-B576-4B3B-A287-D1DFF9E1CB8C}">
      <dsp:nvSpPr>
        <dsp:cNvPr id="0" name=""/>
        <dsp:cNvSpPr/>
      </dsp:nvSpPr>
      <dsp:spPr>
        <a:xfrm>
          <a:off x="7900807" y="368266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Yagna</a:t>
          </a:r>
          <a:endParaRPr lang="en-US" sz="2300" kern="1200" dirty="0" smtClean="0"/>
        </a:p>
        <a:p>
          <a:pPr lvl="0" algn="ctr" defTabSz="1022350">
            <a:lnSpc>
              <a:spcPct val="90000"/>
            </a:lnSpc>
            <a:spcBef>
              <a:spcPct val="0"/>
            </a:spcBef>
            <a:spcAft>
              <a:spcPct val="35000"/>
            </a:spcAft>
          </a:pPr>
          <a:r>
            <a:rPr lang="en-US" sz="2300" kern="1200" dirty="0" smtClean="0"/>
            <a:t>(Sacrifice)</a:t>
          </a:r>
          <a:endParaRPr lang="en-US" sz="2300" kern="1200" dirty="0"/>
        </a:p>
      </dsp:txBody>
      <dsp:txXfrm>
        <a:off x="7956022" y="3737879"/>
        <a:ext cx="2151757" cy="1020663"/>
      </dsp:txXfrm>
    </dsp:sp>
    <dsp:sp modelId="{ED744114-2790-40B4-B742-0DFFAE551D27}">
      <dsp:nvSpPr>
        <dsp:cNvPr id="0" name=""/>
        <dsp:cNvSpPr/>
      </dsp:nvSpPr>
      <dsp:spPr>
        <a:xfrm>
          <a:off x="6271505" y="5725745"/>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Karma</a:t>
          </a:r>
        </a:p>
        <a:p>
          <a:pPr lvl="0" algn="ctr" defTabSz="1022350">
            <a:lnSpc>
              <a:spcPct val="90000"/>
            </a:lnSpc>
            <a:spcBef>
              <a:spcPct val="0"/>
            </a:spcBef>
            <a:spcAft>
              <a:spcPct val="35000"/>
            </a:spcAft>
          </a:pPr>
          <a:r>
            <a:rPr lang="en-US" sz="2300" kern="1200" dirty="0" smtClean="0"/>
            <a:t>(Action)</a:t>
          </a:r>
          <a:endParaRPr lang="en-US" sz="2300" kern="1200" dirty="0"/>
        </a:p>
      </dsp:txBody>
      <dsp:txXfrm>
        <a:off x="6326720" y="5780960"/>
        <a:ext cx="2151757" cy="1020663"/>
      </dsp:txXfrm>
    </dsp:sp>
    <dsp:sp modelId="{096F4258-B23B-4A30-B0AD-F60159E3B5B6}">
      <dsp:nvSpPr>
        <dsp:cNvPr id="0" name=""/>
        <dsp:cNvSpPr/>
      </dsp:nvSpPr>
      <dsp:spPr>
        <a:xfrm>
          <a:off x="3658307" y="5725745"/>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Parjanya</a:t>
          </a:r>
          <a:endParaRPr lang="en-US" sz="2300" kern="1200" dirty="0" smtClean="0"/>
        </a:p>
        <a:p>
          <a:pPr lvl="0" algn="ctr" defTabSz="1022350">
            <a:lnSpc>
              <a:spcPct val="90000"/>
            </a:lnSpc>
            <a:spcBef>
              <a:spcPct val="0"/>
            </a:spcBef>
            <a:spcAft>
              <a:spcPct val="35000"/>
            </a:spcAft>
          </a:pPr>
          <a:r>
            <a:rPr lang="en-US" sz="2300" kern="1200" dirty="0" smtClean="0"/>
            <a:t>(Clouds)</a:t>
          </a:r>
          <a:endParaRPr lang="en-US" sz="2300" kern="1200" dirty="0"/>
        </a:p>
      </dsp:txBody>
      <dsp:txXfrm>
        <a:off x="3713522" y="5780960"/>
        <a:ext cx="2151757" cy="1020663"/>
      </dsp:txXfrm>
    </dsp:sp>
    <dsp:sp modelId="{3061ACE2-347E-466B-B8CC-209CA5CF1E16}">
      <dsp:nvSpPr>
        <dsp:cNvPr id="0" name=""/>
        <dsp:cNvSpPr/>
      </dsp:nvSpPr>
      <dsp:spPr>
        <a:xfrm>
          <a:off x="2029004" y="368266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Anna</a:t>
          </a:r>
        </a:p>
        <a:p>
          <a:pPr lvl="0" algn="ctr" defTabSz="1022350">
            <a:lnSpc>
              <a:spcPct val="90000"/>
            </a:lnSpc>
            <a:spcBef>
              <a:spcPct val="0"/>
            </a:spcBef>
            <a:spcAft>
              <a:spcPct val="35000"/>
            </a:spcAft>
          </a:pPr>
          <a:r>
            <a:rPr lang="en-US" sz="2300" kern="1200" dirty="0" smtClean="0"/>
            <a:t>(Food)</a:t>
          </a:r>
          <a:endParaRPr lang="en-US" sz="2300" kern="1200" dirty="0"/>
        </a:p>
      </dsp:txBody>
      <dsp:txXfrm>
        <a:off x="2084219" y="3737879"/>
        <a:ext cx="2151757" cy="1020663"/>
      </dsp:txXfrm>
    </dsp:sp>
    <dsp:sp modelId="{FBA17A54-C08F-4107-8DA3-690D33E94FAC}">
      <dsp:nvSpPr>
        <dsp:cNvPr id="0" name=""/>
        <dsp:cNvSpPr/>
      </dsp:nvSpPr>
      <dsp:spPr>
        <a:xfrm>
          <a:off x="2610495" y="1134984"/>
          <a:ext cx="2262187" cy="113109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err="1" smtClean="0"/>
            <a:t>Prana</a:t>
          </a:r>
          <a:endParaRPr lang="en-US" sz="2300" kern="1200" dirty="0" smtClean="0"/>
        </a:p>
        <a:p>
          <a:pPr lvl="0" algn="ctr" defTabSz="1022350">
            <a:lnSpc>
              <a:spcPct val="90000"/>
            </a:lnSpc>
            <a:spcBef>
              <a:spcPct val="0"/>
            </a:spcBef>
            <a:spcAft>
              <a:spcPct val="35000"/>
            </a:spcAft>
          </a:pPr>
          <a:r>
            <a:rPr lang="en-US" sz="2300" kern="1200" dirty="0" smtClean="0"/>
            <a:t>(Life)</a:t>
          </a:r>
          <a:endParaRPr lang="en-US" sz="2300" kern="1200" dirty="0"/>
        </a:p>
      </dsp:txBody>
      <dsp:txXfrm>
        <a:off x="2665710" y="1190199"/>
        <a:ext cx="2151757" cy="102066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2E31EAA-CDFE-4D04-8D13-8E278977064D}"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64564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E31EAA-CDFE-4D04-8D13-8E278977064D}"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2294214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E31EAA-CDFE-4D04-8D13-8E278977064D}"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3873552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2E31EAA-CDFE-4D04-8D13-8E278977064D}"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2536451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2E31EAA-CDFE-4D04-8D13-8E278977064D}" type="datetimeFigureOut">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193167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2E31EAA-CDFE-4D04-8D13-8E278977064D}" type="datetimeFigureOut">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3533528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E31EAA-CDFE-4D04-8D13-8E278977064D}" type="datetimeFigureOut">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1390710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E31EAA-CDFE-4D04-8D13-8E278977064D}"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1605392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E31EAA-CDFE-4D04-8D13-8E278977064D}"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266356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E31EAA-CDFE-4D04-8D13-8E278977064D}"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681043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E31EAA-CDFE-4D04-8D13-8E278977064D}"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0D3DB7-D29A-489D-9ACA-D3FAD2F67DF2}" type="slidenum">
              <a:rPr lang="en-IN" smtClean="0"/>
              <a:t>‹#›</a:t>
            </a:fld>
            <a:endParaRPr lang="en-IN"/>
          </a:p>
        </p:txBody>
      </p:sp>
    </p:spTree>
    <p:extLst>
      <p:ext uri="{BB962C8B-B14F-4D97-AF65-F5344CB8AC3E}">
        <p14:creationId xmlns:p14="http://schemas.microsoft.com/office/powerpoint/2010/main" val="196507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E31EAA-CDFE-4D04-8D13-8E278977064D}" type="datetimeFigureOut">
              <a:rPr lang="en-IN" smtClean="0"/>
              <a:t>04-02-2026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0D3DB7-D29A-489D-9ACA-D3FAD2F67DF2}" type="slidenum">
              <a:rPr lang="en-IN" smtClean="0"/>
              <a:t>‹#›</a:t>
            </a:fld>
            <a:endParaRPr lang="en-IN"/>
          </a:p>
        </p:txBody>
      </p:sp>
    </p:spTree>
    <p:extLst>
      <p:ext uri="{BB962C8B-B14F-4D97-AF65-F5344CB8AC3E}">
        <p14:creationId xmlns:p14="http://schemas.microsoft.com/office/powerpoint/2010/main" val="1326720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dirty="0" smtClean="0"/>
              <a:t>“I am Thine”</a:t>
            </a:r>
            <a:endParaRPr lang="en-IN" dirty="0"/>
          </a:p>
        </p:txBody>
      </p:sp>
      <p:sp>
        <p:nvSpPr>
          <p:cNvPr id="3" name="Subtitle 2"/>
          <p:cNvSpPr>
            <a:spLocks noGrp="1"/>
          </p:cNvSpPr>
          <p:nvPr>
            <p:ph type="subTitle" idx="1"/>
          </p:nvPr>
        </p:nvSpPr>
        <p:spPr/>
        <p:txBody>
          <a:bodyPr/>
          <a:lstStyle/>
          <a:p>
            <a:pPr algn="l"/>
            <a:r>
              <a:rPr lang="en-GB" dirty="0" smtClean="0"/>
              <a:t>Chapter 7 in SSB 1979</a:t>
            </a:r>
            <a:endParaRPr lang="en-IN" dirty="0" smtClean="0"/>
          </a:p>
          <a:p>
            <a:endParaRPr lang="en-IN" dirty="0"/>
          </a:p>
        </p:txBody>
      </p:sp>
      <p:pic>
        <p:nvPicPr>
          <p:cNvPr id="4" name="Picture 3"/>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2915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true sacrifice and yoga?</a:t>
            </a:r>
            <a:endParaRPr lang="en-IN" dirty="0"/>
          </a:p>
        </p:txBody>
      </p:sp>
      <p:sp>
        <p:nvSpPr>
          <p:cNvPr id="3" name="Content Placeholder 2"/>
          <p:cNvSpPr>
            <a:spLocks noGrp="1"/>
          </p:cNvSpPr>
          <p:nvPr>
            <p:ph idx="1"/>
          </p:nvPr>
        </p:nvSpPr>
        <p:spPr/>
        <p:txBody>
          <a:bodyPr/>
          <a:lstStyle/>
          <a:p>
            <a:pPr marL="0" indent="0">
              <a:buNone/>
            </a:pPr>
            <a:r>
              <a:rPr lang="en-GB" dirty="0"/>
              <a:t>Giving up of one’s evil thoughts constitutes sacrifice and Yoga—leaving one’s wife, giving up one’s material possessions and retiring to the forest will be of no avail. I speak to you the truth that exists.</a:t>
            </a: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4271745" y="3068781"/>
            <a:ext cx="3648509" cy="3632293"/>
          </a:xfrm>
          <a:prstGeom prst="rect">
            <a:avLst/>
          </a:prstGeom>
        </p:spPr>
      </p:pic>
    </p:spTree>
    <p:extLst>
      <p:ext uri="{BB962C8B-B14F-4D97-AF65-F5344CB8AC3E}">
        <p14:creationId xmlns:p14="http://schemas.microsoft.com/office/powerpoint/2010/main" val="3701632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Importance of Sense Control</a:t>
            </a:r>
            <a:endParaRPr lang="en-IN" dirty="0"/>
          </a:p>
        </p:txBody>
      </p:sp>
      <p:sp>
        <p:nvSpPr>
          <p:cNvPr id="3" name="Content Placeholder 2"/>
          <p:cNvSpPr>
            <a:spLocks noGrp="1"/>
          </p:cNvSpPr>
          <p:nvPr>
            <p:ph idx="1"/>
          </p:nvPr>
        </p:nvSpPr>
        <p:spPr/>
        <p:txBody>
          <a:bodyPr/>
          <a:lstStyle/>
          <a:p>
            <a:pPr marL="0" indent="0">
              <a:buNone/>
            </a:pPr>
            <a:r>
              <a:rPr lang="en-GB" dirty="0" err="1"/>
              <a:t>Thyaga</a:t>
            </a:r>
            <a:r>
              <a:rPr lang="en-GB" dirty="0"/>
              <a:t> (sacrifice) is the touchstone of righteousness, charity, </a:t>
            </a:r>
            <a:r>
              <a:rPr lang="en-GB" dirty="0" err="1"/>
              <a:t>yagna</a:t>
            </a:r>
            <a:r>
              <a:rPr lang="en-GB" dirty="0"/>
              <a:t> (sacrifice) and </a:t>
            </a:r>
            <a:r>
              <a:rPr lang="en-GB" dirty="0" err="1"/>
              <a:t>yaga</a:t>
            </a:r>
            <a:r>
              <a:rPr lang="en-GB" dirty="0"/>
              <a:t>. </a:t>
            </a:r>
            <a:r>
              <a:rPr lang="en-GB" dirty="0" err="1"/>
              <a:t>Lobha</a:t>
            </a:r>
            <a:r>
              <a:rPr lang="en-GB" dirty="0"/>
              <a:t> (greed) is the root cause of sinful actions resulting in injustice, unfairness, falsehood, misconduct and weakness. Man should first realise his responsibility, discriminate between good and evil, sin and virtue, and then begin to act in the right manner. It is a mistake to think that control of senses is necessary only for yogis and </a:t>
            </a:r>
            <a:r>
              <a:rPr lang="en-GB" dirty="0" err="1"/>
              <a:t>sanyasins</a:t>
            </a:r>
            <a:r>
              <a:rPr lang="en-GB" dirty="0"/>
              <a:t>. Sense control is essential for all human beings.</a:t>
            </a:r>
            <a:endParaRPr lang="en-IN" dirty="0"/>
          </a:p>
          <a:p>
            <a:pPr marL="0" indent="0">
              <a:buNone/>
            </a:pPr>
            <a:endParaRPr lang="en-IN" dirty="0"/>
          </a:p>
        </p:txBody>
      </p:sp>
      <p:pic>
        <p:nvPicPr>
          <p:cNvPr id="6" name="Picture 5"/>
          <p:cNvPicPr>
            <a:picLocks noChangeAspect="1"/>
          </p:cNvPicPr>
          <p:nvPr/>
        </p:nvPicPr>
        <p:blipFill>
          <a:blip r:embed="rId2"/>
          <a:stretch>
            <a:fillRect/>
          </a:stretch>
        </p:blipFill>
        <p:spPr>
          <a:xfrm>
            <a:off x="3393930" y="4691062"/>
            <a:ext cx="4503161" cy="2174901"/>
          </a:xfrm>
          <a:prstGeom prst="rect">
            <a:avLst/>
          </a:prstGeom>
        </p:spPr>
      </p:pic>
    </p:spTree>
    <p:extLst>
      <p:ext uri="{BB962C8B-B14F-4D97-AF65-F5344CB8AC3E}">
        <p14:creationId xmlns:p14="http://schemas.microsoft.com/office/powerpoint/2010/main" val="2043708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Main reason to commit action</a:t>
            </a:r>
            <a:endParaRPr lang="en-IN" dirty="0"/>
          </a:p>
        </p:txBody>
      </p:sp>
      <p:sp>
        <p:nvSpPr>
          <p:cNvPr id="3" name="Content Placeholder 2"/>
          <p:cNvSpPr>
            <a:spLocks noGrp="1"/>
          </p:cNvSpPr>
          <p:nvPr>
            <p:ph idx="1"/>
          </p:nvPr>
        </p:nvSpPr>
        <p:spPr/>
        <p:txBody>
          <a:bodyPr/>
          <a:lstStyle/>
          <a:p>
            <a:pPr marL="0" indent="0">
              <a:buNone/>
            </a:pPr>
            <a:r>
              <a:rPr lang="en-GB" dirty="0"/>
              <a:t>Devotion without humanity and patriotism without morality will be of no use and will bring harm to the community. However, actions undertaken to please God assume the nature of sacrificial offerings and are conducive to the well-being of all.</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3148661" y="3464935"/>
            <a:ext cx="5894677" cy="3270469"/>
          </a:xfrm>
          <a:prstGeom prst="rect">
            <a:avLst/>
          </a:prstGeom>
        </p:spPr>
      </p:pic>
    </p:spTree>
    <p:extLst>
      <p:ext uri="{BB962C8B-B14F-4D97-AF65-F5344CB8AC3E}">
        <p14:creationId xmlns:p14="http://schemas.microsoft.com/office/powerpoint/2010/main" val="1250950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Body vs. </a:t>
            </a:r>
            <a:r>
              <a:rPr lang="en-GB" dirty="0" err="1" smtClean="0"/>
              <a:t>Atma</a:t>
            </a:r>
            <a:endParaRPr lang="en-IN" dirty="0"/>
          </a:p>
        </p:txBody>
      </p:sp>
      <p:sp>
        <p:nvSpPr>
          <p:cNvPr id="3" name="Content Placeholder 2"/>
          <p:cNvSpPr>
            <a:spLocks noGrp="1"/>
          </p:cNvSpPr>
          <p:nvPr>
            <p:ph idx="1"/>
          </p:nvPr>
        </p:nvSpPr>
        <p:spPr/>
        <p:txBody>
          <a:bodyPr/>
          <a:lstStyle/>
          <a:p>
            <a:pPr marL="0" indent="0">
              <a:buNone/>
            </a:pPr>
            <a:r>
              <a:rPr lang="en-GB" dirty="0"/>
              <a:t>The six evils of lust, anger, pride, greed, desire, and jealousy spring from man’s identification with his body. Compassion, love, and the spirit of sacrifice arise, on the contrary, from the </a:t>
            </a:r>
            <a:r>
              <a:rPr lang="en-GB" dirty="0" err="1"/>
              <a:t>Atma</a:t>
            </a:r>
            <a:r>
              <a:rPr lang="en-GB" dirty="0"/>
              <a:t>. Every individual must develop and follow the virtues proceeding from the </a:t>
            </a:r>
            <a:r>
              <a:rPr lang="en-GB" dirty="0" err="1"/>
              <a:t>Atma</a:t>
            </a:r>
            <a:r>
              <a:rPr lang="en-GB" dirty="0"/>
              <a:t>. We have forsaken the noble human virtues and are pursuing instead the temporary pleasures that gratify the senses.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91912" y="4234296"/>
            <a:ext cx="3447604" cy="2429740"/>
          </a:xfrm>
          <a:prstGeom prst="rect">
            <a:avLst/>
          </a:prstGeom>
        </p:spPr>
      </p:pic>
      <p:pic>
        <p:nvPicPr>
          <p:cNvPr id="5" name="Picture 4"/>
          <p:cNvPicPr>
            <a:picLocks noChangeAspect="1"/>
          </p:cNvPicPr>
          <p:nvPr/>
        </p:nvPicPr>
        <p:blipFill>
          <a:blip r:embed="rId3"/>
          <a:stretch>
            <a:fillRect/>
          </a:stretch>
        </p:blipFill>
        <p:spPr>
          <a:xfrm>
            <a:off x="7044603" y="4234296"/>
            <a:ext cx="3775797" cy="2512621"/>
          </a:xfrm>
          <a:prstGeom prst="rect">
            <a:avLst/>
          </a:prstGeom>
        </p:spPr>
      </p:pic>
    </p:spTree>
    <p:extLst>
      <p:ext uri="{BB962C8B-B14F-4D97-AF65-F5344CB8AC3E}">
        <p14:creationId xmlns:p14="http://schemas.microsoft.com/office/powerpoint/2010/main" val="1367023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Hey </a:t>
            </a:r>
            <a:r>
              <a:rPr lang="en-GB" dirty="0" err="1" smtClean="0"/>
              <a:t>Prabhu</a:t>
            </a:r>
            <a:r>
              <a:rPr lang="en-GB" dirty="0" smtClean="0"/>
              <a:t>…</a:t>
            </a:r>
            <a:r>
              <a:rPr lang="en-GB" dirty="0" err="1" smtClean="0"/>
              <a:t>Jagannatha</a:t>
            </a:r>
            <a:r>
              <a:rPr lang="en-GB" dirty="0" smtClean="0"/>
              <a:t>…</a:t>
            </a:r>
            <a:endParaRPr lang="en-IN" dirty="0"/>
          </a:p>
        </p:txBody>
      </p:sp>
      <p:sp>
        <p:nvSpPr>
          <p:cNvPr id="3" name="Content Placeholder 2"/>
          <p:cNvSpPr>
            <a:spLocks noGrp="1"/>
          </p:cNvSpPr>
          <p:nvPr>
            <p:ph idx="1"/>
          </p:nvPr>
        </p:nvSpPr>
        <p:spPr/>
        <p:txBody>
          <a:bodyPr/>
          <a:lstStyle/>
          <a:p>
            <a:pPr marL="0" indent="0">
              <a:buNone/>
            </a:pPr>
            <a:r>
              <a:rPr lang="en-GB" dirty="0"/>
              <a:t>Krishna said, “The Lord is the father of the entire creation comprising the sentient and insentient objects, </a:t>
            </a:r>
            <a:r>
              <a:rPr lang="en-GB" dirty="0" err="1"/>
              <a:t>Arjuna</a:t>
            </a:r>
            <a:r>
              <a:rPr lang="en-GB" dirty="0"/>
              <a:t>! There is only one Lord who holds sway over the entire universe. He is the Lord of the universe, the </a:t>
            </a:r>
            <a:r>
              <a:rPr lang="en-GB" dirty="0" err="1"/>
              <a:t>Jagan</a:t>
            </a:r>
            <a:r>
              <a:rPr lang="en-GB" dirty="0"/>
              <a:t> </a:t>
            </a:r>
            <a:r>
              <a:rPr lang="en-GB" dirty="0" err="1"/>
              <a:t>Natha</a:t>
            </a:r>
            <a:r>
              <a:rPr lang="en-GB" dirty="0"/>
              <a:t>, the </a:t>
            </a:r>
            <a:r>
              <a:rPr lang="en-GB" dirty="0" err="1"/>
              <a:t>Vishwa</a:t>
            </a:r>
            <a:r>
              <a:rPr lang="en-GB" dirty="0"/>
              <a:t> </a:t>
            </a:r>
            <a:r>
              <a:rPr lang="en-GB" dirty="0" err="1"/>
              <a:t>Natha</a:t>
            </a:r>
            <a:r>
              <a:rPr lang="en-GB" dirty="0"/>
              <a:t> and also the Master of all life or the </a:t>
            </a:r>
            <a:r>
              <a:rPr lang="en-GB" dirty="0" err="1"/>
              <a:t>Prana</a:t>
            </a:r>
            <a:r>
              <a:rPr lang="en-GB" dirty="0"/>
              <a:t> </a:t>
            </a:r>
            <a:r>
              <a:rPr lang="en-GB" dirty="0" err="1"/>
              <a:t>Natha</a:t>
            </a:r>
            <a:r>
              <a:rPr lang="en-GB" dirty="0"/>
              <a:t>. The governance of this world is in the hands of the Lord of the universe. He gets work done through all human beings. </a:t>
            </a:r>
            <a:endParaRPr lang="en-GB" dirty="0" smtClean="0"/>
          </a:p>
          <a:p>
            <a:pPr marL="0" indent="0">
              <a:buNone/>
            </a:pPr>
            <a:r>
              <a:rPr lang="en-GB" dirty="0" smtClean="0"/>
              <a:t>Without </a:t>
            </a:r>
            <a:r>
              <a:rPr lang="en-GB" dirty="0"/>
              <a:t>the Lord’s prompting, human endeavour cannot </a:t>
            </a:r>
            <a:r>
              <a:rPr lang="en-GB" dirty="0" smtClean="0"/>
              <a:t>             progress. This </a:t>
            </a:r>
            <a:r>
              <a:rPr lang="en-GB" dirty="0"/>
              <a:t>Divinity is manifested and demonstrated in </a:t>
            </a:r>
            <a:endParaRPr lang="en-GB" dirty="0" smtClean="0"/>
          </a:p>
          <a:p>
            <a:pPr marL="0" indent="0">
              <a:buNone/>
            </a:pPr>
            <a:r>
              <a:rPr lang="en-GB" dirty="0" smtClean="0"/>
              <a:t>all </a:t>
            </a:r>
            <a:r>
              <a:rPr lang="en-GB" dirty="0"/>
              <a:t>creatures in the form of Truth—Consciousness—Bliss.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836727" y="3776662"/>
            <a:ext cx="2445506" cy="3081337"/>
          </a:xfrm>
          <a:prstGeom prst="rect">
            <a:avLst/>
          </a:prstGeom>
        </p:spPr>
      </p:pic>
    </p:spTree>
    <p:extLst>
      <p:ext uri="{BB962C8B-B14F-4D97-AF65-F5344CB8AC3E}">
        <p14:creationId xmlns:p14="http://schemas.microsoft.com/office/powerpoint/2010/main" val="8217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Your actions</a:t>
            </a:r>
            <a:endParaRPr lang="en-IN" dirty="0"/>
          </a:p>
        </p:txBody>
      </p:sp>
      <p:sp>
        <p:nvSpPr>
          <p:cNvPr id="3" name="Content Placeholder 2"/>
          <p:cNvSpPr>
            <a:spLocks noGrp="1"/>
          </p:cNvSpPr>
          <p:nvPr>
            <p:ph idx="1"/>
          </p:nvPr>
        </p:nvSpPr>
        <p:spPr/>
        <p:txBody>
          <a:bodyPr>
            <a:normAutofit/>
          </a:bodyPr>
          <a:lstStyle/>
          <a:p>
            <a:pPr marL="0" indent="0">
              <a:buNone/>
            </a:pPr>
            <a:r>
              <a:rPr lang="en-GB" dirty="0"/>
              <a:t>“</a:t>
            </a:r>
            <a:r>
              <a:rPr lang="en-GB" dirty="0" err="1"/>
              <a:t>Arjuna</a:t>
            </a:r>
            <a:r>
              <a:rPr lang="en-GB" dirty="0"/>
              <a:t>! Undertake work in order to please God and not to gratify the senses. Your actions are responsible for elevation to the highest state or degradation to the lowest planes. Your joys and sorrows proceed from your own actions. Your actions are responsible for your sins and virtues. Fix your mind on the </a:t>
            </a:r>
            <a:r>
              <a:rPr lang="en-GB" dirty="0" err="1"/>
              <a:t>Atma</a:t>
            </a:r>
            <a:r>
              <a:rPr lang="en-GB" dirty="0"/>
              <a:t> and do your work for the pleasure of God; your actions will then be disinterested. </a:t>
            </a:r>
            <a:endParaRPr lang="en-IN" dirty="0"/>
          </a:p>
        </p:txBody>
      </p:sp>
    </p:spTree>
    <p:extLst>
      <p:ext uri="{BB962C8B-B14F-4D97-AF65-F5344CB8AC3E}">
        <p14:creationId xmlns:p14="http://schemas.microsoft.com/office/powerpoint/2010/main" val="256220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Disinterested actions</a:t>
            </a:r>
            <a:endParaRPr lang="en-IN" dirty="0"/>
          </a:p>
        </p:txBody>
      </p:sp>
      <p:sp>
        <p:nvSpPr>
          <p:cNvPr id="3" name="Content Placeholder 2"/>
          <p:cNvSpPr>
            <a:spLocks noGrp="1"/>
          </p:cNvSpPr>
          <p:nvPr>
            <p:ph idx="1"/>
          </p:nvPr>
        </p:nvSpPr>
        <p:spPr/>
        <p:txBody>
          <a:bodyPr/>
          <a:lstStyle/>
          <a:p>
            <a:pPr marL="0" indent="0">
              <a:buNone/>
            </a:pPr>
            <a:r>
              <a:rPr lang="en-GB" dirty="0"/>
              <a:t>Disinterested action destroys the demoniac qualities of man and promotes the divine tendencies. It strengthens pure and </a:t>
            </a:r>
            <a:r>
              <a:rPr lang="en-GB" dirty="0" err="1"/>
              <a:t>sathwic</a:t>
            </a:r>
            <a:r>
              <a:rPr lang="en-GB" dirty="0"/>
              <a:t> qualities in man. Thus it is said that man has only the authority to act and that it is God who dispenses the fruits of man’s actions. You should not undertake any work in the hope of receiving its fruit. You will become an exemplar for the world when you achieve control of the senses and undertake disinterested actions. As the representative of mankind, O </a:t>
            </a:r>
            <a:r>
              <a:rPr lang="en-GB" dirty="0" err="1"/>
              <a:t>Arjuna</a:t>
            </a:r>
            <a:r>
              <a:rPr lang="en-GB" dirty="0"/>
              <a:t>, you should take a pledge to perform sacred actions.”</a:t>
            </a:r>
            <a:endParaRPr lang="en-IN" dirty="0"/>
          </a:p>
          <a:p>
            <a:pPr marL="0" indent="0">
              <a:buNone/>
            </a:pPr>
            <a:endParaRPr lang="en-IN" dirty="0"/>
          </a:p>
        </p:txBody>
      </p:sp>
    </p:spTree>
    <p:extLst>
      <p:ext uri="{BB962C8B-B14F-4D97-AF65-F5344CB8AC3E}">
        <p14:creationId xmlns:p14="http://schemas.microsoft.com/office/powerpoint/2010/main" val="683746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Jivatva</a:t>
            </a:r>
            <a:r>
              <a:rPr lang="en-GB" dirty="0" smtClean="0"/>
              <a:t> </a:t>
            </a:r>
            <a:r>
              <a:rPr lang="en-GB" dirty="0" smtClean="0"/>
              <a:t>and </a:t>
            </a:r>
            <a:r>
              <a:rPr lang="en-GB" dirty="0" err="1" smtClean="0"/>
              <a:t>Daivatva</a:t>
            </a:r>
            <a:endParaRPr lang="en-IN" dirty="0"/>
          </a:p>
        </p:txBody>
      </p:sp>
      <p:sp>
        <p:nvSpPr>
          <p:cNvPr id="3" name="Content Placeholder 2"/>
          <p:cNvSpPr>
            <a:spLocks noGrp="1"/>
          </p:cNvSpPr>
          <p:nvPr>
            <p:ph idx="1"/>
          </p:nvPr>
        </p:nvSpPr>
        <p:spPr/>
        <p:txBody>
          <a:bodyPr/>
          <a:lstStyle/>
          <a:p>
            <a:pPr marL="0" indent="0">
              <a:buNone/>
            </a:pPr>
            <a:r>
              <a:rPr lang="en-GB" dirty="0"/>
              <a:t>The human aspect (</a:t>
            </a:r>
            <a:r>
              <a:rPr lang="en-GB" dirty="0" err="1"/>
              <a:t>jivatva</a:t>
            </a:r>
            <a:r>
              <a:rPr lang="en-GB" dirty="0"/>
              <a:t>) and the Divine aspect (</a:t>
            </a:r>
            <a:r>
              <a:rPr lang="en-GB" dirty="0" err="1"/>
              <a:t>Daivatva</a:t>
            </a:r>
            <a:r>
              <a:rPr lang="en-GB" dirty="0"/>
              <a:t>) have a close connection. You should recognise the significance of the cycle of creation. The cycle starts with </a:t>
            </a:r>
            <a:r>
              <a:rPr lang="en-GB" dirty="0" err="1"/>
              <a:t>akshara</a:t>
            </a:r>
            <a:r>
              <a:rPr lang="en-GB" dirty="0"/>
              <a:t> (indestructible); from </a:t>
            </a:r>
            <a:r>
              <a:rPr lang="en-GB" dirty="0" err="1"/>
              <a:t>akshara</a:t>
            </a:r>
            <a:r>
              <a:rPr lang="en-GB" dirty="0"/>
              <a:t> comes Brahma; </a:t>
            </a:r>
            <a:r>
              <a:rPr lang="en-GB" dirty="0" err="1"/>
              <a:t>yajna</a:t>
            </a:r>
            <a:r>
              <a:rPr lang="en-GB" dirty="0"/>
              <a:t> comes from Brahma; from </a:t>
            </a:r>
            <a:r>
              <a:rPr lang="en-GB" dirty="0" err="1"/>
              <a:t>yajna</a:t>
            </a:r>
            <a:r>
              <a:rPr lang="en-GB" dirty="0"/>
              <a:t> comes karma; from karma comes </a:t>
            </a:r>
            <a:r>
              <a:rPr lang="en-GB" dirty="0" err="1"/>
              <a:t>parjanya</a:t>
            </a:r>
            <a:r>
              <a:rPr lang="en-GB" dirty="0"/>
              <a:t>, and from </a:t>
            </a:r>
            <a:r>
              <a:rPr lang="en-GB" dirty="0" err="1"/>
              <a:t>parjanya</a:t>
            </a:r>
            <a:r>
              <a:rPr lang="en-GB" dirty="0"/>
              <a:t>, our food; and from food comes life. This is the cycle of creation. When we consider their sequence—</a:t>
            </a:r>
            <a:r>
              <a:rPr lang="en-GB" dirty="0" err="1"/>
              <a:t>Akshara</a:t>
            </a:r>
            <a:r>
              <a:rPr lang="en-GB" dirty="0"/>
              <a:t> (The Word), Brahma (the Cosmic Reality), </a:t>
            </a:r>
            <a:r>
              <a:rPr lang="en-GB" dirty="0" err="1"/>
              <a:t>yajna</a:t>
            </a:r>
            <a:r>
              <a:rPr lang="en-GB" dirty="0"/>
              <a:t> (sacrifice), karma (action), </a:t>
            </a:r>
            <a:r>
              <a:rPr lang="en-GB" dirty="0" err="1"/>
              <a:t>parjanya</a:t>
            </a:r>
            <a:r>
              <a:rPr lang="en-GB" dirty="0"/>
              <a:t> (clouds), </a:t>
            </a:r>
            <a:r>
              <a:rPr lang="en-GB" dirty="0" err="1"/>
              <a:t>anna</a:t>
            </a:r>
            <a:r>
              <a:rPr lang="en-GB" dirty="0"/>
              <a:t> (food), and </a:t>
            </a:r>
            <a:r>
              <a:rPr lang="en-GB" dirty="0" err="1"/>
              <a:t>prana</a:t>
            </a:r>
            <a:r>
              <a:rPr lang="en-GB" dirty="0"/>
              <a:t> (life)—we notice that </a:t>
            </a:r>
            <a:r>
              <a:rPr lang="en-GB" dirty="0" err="1"/>
              <a:t>Akshara</a:t>
            </a:r>
            <a:r>
              <a:rPr lang="en-GB" dirty="0"/>
              <a:t> comes first and </a:t>
            </a:r>
            <a:r>
              <a:rPr lang="en-GB" dirty="0" err="1"/>
              <a:t>prana</a:t>
            </a:r>
            <a:r>
              <a:rPr lang="en-GB" dirty="0"/>
              <a:t> stands last. All living creatures are born from food, live by food, and are nourished by food. It is declared that “Food is God” (Brahma).</a:t>
            </a:r>
            <a:endParaRPr lang="en-IN" dirty="0"/>
          </a:p>
          <a:p>
            <a:pPr marL="0" indent="0">
              <a:buNone/>
            </a:pPr>
            <a:endParaRPr lang="en-IN" dirty="0"/>
          </a:p>
        </p:txBody>
      </p:sp>
    </p:spTree>
    <p:extLst>
      <p:ext uri="{BB962C8B-B14F-4D97-AF65-F5344CB8AC3E}">
        <p14:creationId xmlns:p14="http://schemas.microsoft.com/office/powerpoint/2010/main" val="496836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38591697"/>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0884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Akshara</a:t>
            </a:r>
            <a:r>
              <a:rPr lang="en-GB" dirty="0" smtClean="0"/>
              <a:t> and </a:t>
            </a:r>
            <a:r>
              <a:rPr lang="en-GB" dirty="0" err="1" smtClean="0"/>
              <a:t>Prana</a:t>
            </a:r>
            <a:endParaRPr lang="en-IN" dirty="0"/>
          </a:p>
        </p:txBody>
      </p:sp>
      <p:sp>
        <p:nvSpPr>
          <p:cNvPr id="3" name="Content Placeholder 2"/>
          <p:cNvSpPr>
            <a:spLocks noGrp="1"/>
          </p:cNvSpPr>
          <p:nvPr>
            <p:ph idx="1"/>
          </p:nvPr>
        </p:nvSpPr>
        <p:spPr/>
        <p:txBody>
          <a:bodyPr/>
          <a:lstStyle/>
          <a:p>
            <a:pPr marL="0" indent="0">
              <a:buNone/>
            </a:pPr>
            <a:r>
              <a:rPr lang="en-GB" dirty="0"/>
              <a:t>When we examine the cycle of creation commencing with </a:t>
            </a:r>
            <a:r>
              <a:rPr lang="en-GB" dirty="0" err="1"/>
              <a:t>Akshara</a:t>
            </a:r>
            <a:r>
              <a:rPr lang="en-GB" dirty="0"/>
              <a:t> and concluding with </a:t>
            </a:r>
            <a:r>
              <a:rPr lang="en-GB" dirty="0" err="1"/>
              <a:t>prana</a:t>
            </a:r>
            <a:r>
              <a:rPr lang="en-GB" dirty="0"/>
              <a:t>, we must recognise what entity lies closest to </a:t>
            </a:r>
            <a:r>
              <a:rPr lang="en-GB" dirty="0" err="1"/>
              <a:t>Akshara</a:t>
            </a:r>
            <a:r>
              <a:rPr lang="en-GB" dirty="0"/>
              <a:t>. The first is </a:t>
            </a:r>
            <a:r>
              <a:rPr lang="en-GB" dirty="0" err="1"/>
              <a:t>Akshara</a:t>
            </a:r>
            <a:r>
              <a:rPr lang="en-GB" dirty="0"/>
              <a:t>, then comes Brahma, then comes </a:t>
            </a:r>
            <a:r>
              <a:rPr lang="en-GB" dirty="0" err="1"/>
              <a:t>yajna</a:t>
            </a:r>
            <a:r>
              <a:rPr lang="en-GB" dirty="0"/>
              <a:t>, then we have karma, </a:t>
            </a:r>
            <a:r>
              <a:rPr lang="en-GB" dirty="0" err="1"/>
              <a:t>parjanya</a:t>
            </a:r>
            <a:r>
              <a:rPr lang="en-GB" dirty="0"/>
              <a:t>, </a:t>
            </a:r>
            <a:r>
              <a:rPr lang="en-GB" dirty="0" err="1"/>
              <a:t>anna</a:t>
            </a:r>
            <a:r>
              <a:rPr lang="en-GB" dirty="0"/>
              <a:t>, and </a:t>
            </a:r>
            <a:r>
              <a:rPr lang="en-GB" dirty="0" err="1"/>
              <a:t>prana</a:t>
            </a:r>
            <a:r>
              <a:rPr lang="en-GB" dirty="0"/>
              <a:t>. In this cycle, </a:t>
            </a:r>
            <a:r>
              <a:rPr lang="en-GB" dirty="0" err="1"/>
              <a:t>prana</a:t>
            </a:r>
            <a:r>
              <a:rPr lang="en-GB" dirty="0"/>
              <a:t>, life, comes closest to </a:t>
            </a:r>
            <a:r>
              <a:rPr lang="en-GB" dirty="0" err="1"/>
              <a:t>Akshara</a:t>
            </a:r>
            <a:r>
              <a:rPr lang="en-GB" dirty="0"/>
              <a:t>, the permanent reality. It goes to prove that life in its essential quality stands closest to </a:t>
            </a:r>
            <a:r>
              <a:rPr lang="en-GB" dirty="0" err="1"/>
              <a:t>Akshara</a:t>
            </a:r>
            <a:r>
              <a:rPr lang="en-GB" dirty="0"/>
              <a:t>.</a:t>
            </a:r>
            <a:endParaRPr lang="en-IN" dirty="0"/>
          </a:p>
          <a:p>
            <a:pPr marL="0" indent="0">
              <a:buNone/>
            </a:pPr>
            <a:endParaRPr lang="en-IN" dirty="0"/>
          </a:p>
        </p:txBody>
      </p:sp>
    </p:spTree>
    <p:extLst>
      <p:ext uri="{BB962C8B-B14F-4D97-AF65-F5344CB8AC3E}">
        <p14:creationId xmlns:p14="http://schemas.microsoft.com/office/powerpoint/2010/main" val="313249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771043"/>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4387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Karma is the synthesis</a:t>
            </a:r>
            <a:endParaRPr lang="en-IN" dirty="0"/>
          </a:p>
        </p:txBody>
      </p:sp>
      <p:sp>
        <p:nvSpPr>
          <p:cNvPr id="3" name="Content Placeholder 2"/>
          <p:cNvSpPr>
            <a:spLocks noGrp="1"/>
          </p:cNvSpPr>
          <p:nvPr>
            <p:ph idx="1"/>
          </p:nvPr>
        </p:nvSpPr>
        <p:spPr/>
        <p:txBody>
          <a:bodyPr/>
          <a:lstStyle/>
          <a:p>
            <a:pPr marL="0" indent="0">
              <a:buNone/>
            </a:pPr>
            <a:r>
              <a:rPr lang="en-GB" dirty="0"/>
              <a:t>Karma </a:t>
            </a:r>
            <a:r>
              <a:rPr lang="en-GB" dirty="0" err="1"/>
              <a:t>Thathwa</a:t>
            </a:r>
            <a:r>
              <a:rPr lang="en-GB" dirty="0"/>
              <a:t> (action) achieves coordination between these other entities. On one side, we have </a:t>
            </a:r>
            <a:r>
              <a:rPr lang="en-GB" dirty="0" err="1"/>
              <a:t>Akshara</a:t>
            </a:r>
            <a:r>
              <a:rPr lang="en-GB" dirty="0"/>
              <a:t>, Brahma, and </a:t>
            </a:r>
            <a:r>
              <a:rPr lang="en-GB" dirty="0" err="1"/>
              <a:t>yajna</a:t>
            </a:r>
            <a:r>
              <a:rPr lang="en-GB" dirty="0"/>
              <a:t>. On the other side, we have </a:t>
            </a:r>
            <a:r>
              <a:rPr lang="en-GB" dirty="0" err="1"/>
              <a:t>parjanya</a:t>
            </a:r>
            <a:r>
              <a:rPr lang="en-GB" dirty="0"/>
              <a:t>, </a:t>
            </a:r>
            <a:r>
              <a:rPr lang="en-GB" dirty="0" err="1"/>
              <a:t>anna</a:t>
            </a:r>
            <a:r>
              <a:rPr lang="en-GB" dirty="0"/>
              <a:t>, and </a:t>
            </a:r>
            <a:r>
              <a:rPr lang="en-GB" dirty="0" err="1"/>
              <a:t>prana</a:t>
            </a:r>
            <a:r>
              <a:rPr lang="en-GB" dirty="0"/>
              <a:t>. Karma stands in the centre with these entities on either side. Karma offers a synthesis of the three aspects, </a:t>
            </a:r>
            <a:r>
              <a:rPr lang="en-GB" dirty="0" err="1"/>
              <a:t>Akshara</a:t>
            </a:r>
            <a:r>
              <a:rPr lang="en-GB" dirty="0"/>
              <a:t>, Brahma, and </a:t>
            </a:r>
            <a:r>
              <a:rPr lang="en-GB" dirty="0" err="1"/>
              <a:t>yajna</a:t>
            </a:r>
            <a:r>
              <a:rPr lang="en-GB" dirty="0"/>
              <a:t> on one side, and </a:t>
            </a:r>
            <a:r>
              <a:rPr lang="en-GB" dirty="0" err="1"/>
              <a:t>parjanya</a:t>
            </a:r>
            <a:r>
              <a:rPr lang="en-GB" dirty="0"/>
              <a:t>, </a:t>
            </a:r>
            <a:r>
              <a:rPr lang="en-GB" dirty="0" err="1"/>
              <a:t>anna</a:t>
            </a:r>
            <a:r>
              <a:rPr lang="en-GB" dirty="0"/>
              <a:t>, and </a:t>
            </a:r>
            <a:r>
              <a:rPr lang="en-GB" dirty="0" err="1"/>
              <a:t>prana</a:t>
            </a:r>
            <a:r>
              <a:rPr lang="en-GB" dirty="0"/>
              <a:t> on the other side.</a:t>
            </a:r>
            <a:endParaRPr lang="en-IN" dirty="0"/>
          </a:p>
          <a:p>
            <a:pPr marL="0" indent="0">
              <a:buNone/>
            </a:pPr>
            <a:endParaRPr lang="en-IN" dirty="0"/>
          </a:p>
        </p:txBody>
      </p:sp>
    </p:spTree>
    <p:extLst>
      <p:ext uri="{BB962C8B-B14F-4D97-AF65-F5344CB8AC3E}">
        <p14:creationId xmlns:p14="http://schemas.microsoft.com/office/powerpoint/2010/main" val="3953321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29307950"/>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3222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Stay with God. Stay safe</a:t>
            </a:r>
            <a:endParaRPr lang="en-IN" dirty="0"/>
          </a:p>
        </p:txBody>
      </p:sp>
      <p:sp>
        <p:nvSpPr>
          <p:cNvPr id="3" name="Content Placeholder 2"/>
          <p:cNvSpPr>
            <a:spLocks noGrp="1"/>
          </p:cNvSpPr>
          <p:nvPr>
            <p:ph idx="1"/>
          </p:nvPr>
        </p:nvSpPr>
        <p:spPr/>
        <p:txBody>
          <a:bodyPr/>
          <a:lstStyle/>
          <a:p>
            <a:pPr marL="0" indent="0">
              <a:buNone/>
            </a:pPr>
            <a:r>
              <a:rPr lang="en-GB" dirty="0"/>
              <a:t>In the villages, people use the grind stone. It consists of two round stones; the one at the bottom is stationary while the one at the top rotates. If we place some grains between the stones, they get crushed to powder. The grains keep getting scattered and crushed between the stones. But the few grains that remain at the centre of the stones remain safe and do not get crushed. That safe place may be compared to the sphere of God. Living beings that exist close to God will be free from all danger. Therefore, in all our actions we should manifest the Divine aspect and thereby proclaim through our deeds the joy of Divinity concealed in humanity.</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495312" y="5347854"/>
            <a:ext cx="2696688" cy="1510145"/>
          </a:xfrm>
          <a:prstGeom prst="rect">
            <a:avLst/>
          </a:prstGeom>
        </p:spPr>
      </p:pic>
    </p:spTree>
    <p:extLst>
      <p:ext uri="{BB962C8B-B14F-4D97-AF65-F5344CB8AC3E}">
        <p14:creationId xmlns:p14="http://schemas.microsoft.com/office/powerpoint/2010/main" val="4035286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Death is natural</a:t>
            </a:r>
            <a:endParaRPr lang="en-IN" dirty="0"/>
          </a:p>
        </p:txBody>
      </p:sp>
      <p:sp>
        <p:nvSpPr>
          <p:cNvPr id="3" name="Content Placeholder 2"/>
          <p:cNvSpPr>
            <a:spLocks noGrp="1"/>
          </p:cNvSpPr>
          <p:nvPr>
            <p:ph idx="1"/>
          </p:nvPr>
        </p:nvSpPr>
        <p:spPr/>
        <p:txBody>
          <a:bodyPr/>
          <a:lstStyle/>
          <a:p>
            <a:pPr marL="0" indent="0">
              <a:buNone/>
            </a:pPr>
            <a:r>
              <a:rPr lang="en-GB" dirty="0"/>
              <a:t>We should try to live without being affected by joy and sorrow caused by birth and death of the body. No one weeps when he finds ice to be cold or when he is told that fire is hot. It is natural that ice is cold and fire is hot. In the same manner, death is natural for the body that is born. Why should one weep over that? We are becoming victims of sorrow by regarding a natural phenomenon as unnatural. The cause for this is attachment. Infatuation stems from the instinct to possess. By developing fondness for the phenomenal world, </a:t>
            </a:r>
            <a:endParaRPr lang="en-GB" dirty="0" smtClean="0"/>
          </a:p>
          <a:p>
            <a:pPr marL="0" indent="0">
              <a:buNone/>
            </a:pPr>
            <a:r>
              <a:rPr lang="en-GB" dirty="0" smtClean="0"/>
              <a:t>we </a:t>
            </a:r>
            <a:r>
              <a:rPr lang="en-GB" dirty="0"/>
              <a:t>are becoming unmindful of our Divinity.</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8742218" y="4562327"/>
            <a:ext cx="3449781" cy="2295673"/>
          </a:xfrm>
          <a:prstGeom prst="rect">
            <a:avLst/>
          </a:prstGeom>
        </p:spPr>
      </p:pic>
    </p:spTree>
    <p:extLst>
      <p:ext uri="{BB962C8B-B14F-4D97-AF65-F5344CB8AC3E}">
        <p14:creationId xmlns:p14="http://schemas.microsoft.com/office/powerpoint/2010/main" val="4221427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Royal Path</a:t>
            </a:r>
            <a:endParaRPr lang="en-IN" dirty="0"/>
          </a:p>
        </p:txBody>
      </p:sp>
      <p:sp>
        <p:nvSpPr>
          <p:cNvPr id="3" name="Content Placeholder 2"/>
          <p:cNvSpPr>
            <a:spLocks noGrp="1"/>
          </p:cNvSpPr>
          <p:nvPr>
            <p:ph idx="1"/>
          </p:nvPr>
        </p:nvSpPr>
        <p:spPr/>
        <p:txBody>
          <a:bodyPr/>
          <a:lstStyle/>
          <a:p>
            <a:pPr marL="0" indent="0">
              <a:buNone/>
            </a:pPr>
            <a:r>
              <a:rPr lang="en-GB" dirty="0"/>
              <a:t>Krishna advised </a:t>
            </a:r>
            <a:r>
              <a:rPr lang="en-GB" dirty="0" err="1"/>
              <a:t>Dhananjaya</a:t>
            </a:r>
            <a:r>
              <a:rPr lang="en-GB" dirty="0"/>
              <a:t>, “</a:t>
            </a:r>
            <a:r>
              <a:rPr lang="en-GB" dirty="0" err="1"/>
              <a:t>Arjuna</a:t>
            </a:r>
            <a:r>
              <a:rPr lang="en-GB" dirty="0"/>
              <a:t>! You are becoming a victim of </a:t>
            </a:r>
            <a:r>
              <a:rPr lang="en-GB" i="1" dirty="0" err="1"/>
              <a:t>abhimana</a:t>
            </a:r>
            <a:r>
              <a:rPr lang="en-GB" dirty="0"/>
              <a:t> and </a:t>
            </a:r>
            <a:r>
              <a:rPr lang="en-GB" i="1" dirty="0" err="1"/>
              <a:t>mamakara</a:t>
            </a:r>
            <a:r>
              <a:rPr lang="en-GB" dirty="0"/>
              <a:t> and falling into a mood of dejection. You should not allow your human nature to be affected by feebleness. One who wants to live in this world must be manly. When you undertake action in a spirit of dedication to the Lord, when you work with your body without any consideration of the fruits of your action, then you tread the royal path.”</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8125257" y="4151767"/>
            <a:ext cx="4066743" cy="2706233"/>
          </a:xfrm>
          <a:prstGeom prst="rect">
            <a:avLst/>
          </a:prstGeom>
        </p:spPr>
      </p:pic>
    </p:spTree>
    <p:extLst>
      <p:ext uri="{BB962C8B-B14F-4D97-AF65-F5344CB8AC3E}">
        <p14:creationId xmlns:p14="http://schemas.microsoft.com/office/powerpoint/2010/main" val="510900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Belongingness</a:t>
            </a:r>
            <a:endParaRPr lang="en-IN" dirty="0"/>
          </a:p>
        </p:txBody>
      </p:sp>
      <p:sp>
        <p:nvSpPr>
          <p:cNvPr id="3" name="Content Placeholder 2"/>
          <p:cNvSpPr>
            <a:spLocks noGrp="1"/>
          </p:cNvSpPr>
          <p:nvPr>
            <p:ph idx="1"/>
          </p:nvPr>
        </p:nvSpPr>
        <p:spPr/>
        <p:txBody>
          <a:bodyPr>
            <a:normAutofit/>
          </a:bodyPr>
          <a:lstStyle/>
          <a:p>
            <a:pPr marL="0" indent="0">
              <a:buNone/>
            </a:pPr>
            <a:r>
              <a:rPr lang="en-GB" dirty="0"/>
              <a:t>We should cultivate the spirit of surrender, saying, “I am Thine.” There is an apt illustration. In the </a:t>
            </a:r>
            <a:r>
              <a:rPr lang="en-GB" dirty="0" err="1"/>
              <a:t>Bhagavatha</a:t>
            </a:r>
            <a:r>
              <a:rPr lang="en-GB" dirty="0"/>
              <a:t>, the </a:t>
            </a:r>
            <a:r>
              <a:rPr lang="en-GB" dirty="0" err="1"/>
              <a:t>gopikas</a:t>
            </a:r>
            <a:r>
              <a:rPr lang="en-GB" dirty="0"/>
              <a:t> from the beginning used to tell Krishna, “We belong to You.” This is the characteristic feature of true devotion and surrender. Therefore, Krishna protected them at all times wherever they were. </a:t>
            </a:r>
            <a:endParaRPr lang="en-IN" dirty="0"/>
          </a:p>
        </p:txBody>
      </p:sp>
      <p:pic>
        <p:nvPicPr>
          <p:cNvPr id="5" name="Picture 4"/>
          <p:cNvPicPr>
            <a:picLocks noChangeAspect="1"/>
          </p:cNvPicPr>
          <p:nvPr/>
        </p:nvPicPr>
        <p:blipFill>
          <a:blip r:embed="rId2"/>
          <a:stretch>
            <a:fillRect/>
          </a:stretch>
        </p:blipFill>
        <p:spPr>
          <a:xfrm>
            <a:off x="7678882" y="3592828"/>
            <a:ext cx="4513118" cy="3265172"/>
          </a:xfrm>
          <a:prstGeom prst="rect">
            <a:avLst/>
          </a:prstGeom>
        </p:spPr>
      </p:pic>
    </p:spTree>
    <p:extLst>
      <p:ext uri="{BB962C8B-B14F-4D97-AF65-F5344CB8AC3E}">
        <p14:creationId xmlns:p14="http://schemas.microsoft.com/office/powerpoint/2010/main" val="3697717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Belongingness</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GB" dirty="0"/>
              <a:t>On the other hand, the people of </a:t>
            </a:r>
            <a:r>
              <a:rPr lang="en-GB" dirty="0" err="1"/>
              <a:t>Dwaraka</a:t>
            </a:r>
            <a:r>
              <a:rPr lang="en-GB" dirty="0"/>
              <a:t> regarded Krishna as their possession. “Krishna is our brother, our aunt’s son, our uncle’s son, our cousin, our nephew,” they thought. Such relationships clouded their attitude towards Krishna. This feeling that Krishna belonged to them made them feel that the </a:t>
            </a:r>
            <a:r>
              <a:rPr lang="en-GB" dirty="0" err="1"/>
              <a:t>Pandavas</a:t>
            </a:r>
            <a:r>
              <a:rPr lang="en-GB" dirty="0"/>
              <a:t> triumphed because of Krishna, who belonged to the </a:t>
            </a:r>
            <a:r>
              <a:rPr lang="en-GB" dirty="0" err="1"/>
              <a:t>Yadava</a:t>
            </a:r>
            <a:r>
              <a:rPr lang="en-GB" dirty="0"/>
              <a:t> clan, and that, therefore, the credit should go to the </a:t>
            </a:r>
            <a:r>
              <a:rPr lang="en-GB" dirty="0" err="1"/>
              <a:t>Yadavas</a:t>
            </a:r>
            <a:r>
              <a:rPr lang="en-GB" dirty="0"/>
              <a:t>. Thus, they developed </a:t>
            </a:r>
            <a:r>
              <a:rPr lang="en-GB" dirty="0" err="1"/>
              <a:t>ahamkara</a:t>
            </a:r>
            <a:r>
              <a:rPr lang="en-GB" dirty="0"/>
              <a:t> also; and this marked the beginning of their destruction taking the shape of a catastrophe (</a:t>
            </a:r>
            <a:r>
              <a:rPr lang="en-GB" dirty="0" err="1"/>
              <a:t>pralaya</a:t>
            </a:r>
            <a:r>
              <a:rPr lang="en-GB" dirty="0"/>
              <a:t>) and wiping out the entire race itself. On the other </a:t>
            </a:r>
            <a:endParaRPr lang="en-GB" dirty="0" smtClean="0"/>
          </a:p>
          <a:p>
            <a:pPr marL="0" indent="0">
              <a:buNone/>
            </a:pPr>
            <a:r>
              <a:rPr lang="en-GB" dirty="0" smtClean="0"/>
              <a:t>hand</a:t>
            </a:r>
            <a:r>
              <a:rPr lang="en-GB" dirty="0"/>
              <a:t>, the </a:t>
            </a:r>
            <a:r>
              <a:rPr lang="en-GB" dirty="0" err="1"/>
              <a:t>gopikas</a:t>
            </a:r>
            <a:r>
              <a:rPr lang="en-GB" dirty="0"/>
              <a:t> were always safe and happy because </a:t>
            </a:r>
            <a:endParaRPr lang="en-GB" dirty="0" smtClean="0"/>
          </a:p>
          <a:p>
            <a:pPr marL="0" indent="0">
              <a:buNone/>
            </a:pPr>
            <a:r>
              <a:rPr lang="en-GB" dirty="0" smtClean="0"/>
              <a:t>they </a:t>
            </a:r>
            <a:r>
              <a:rPr lang="en-GB" dirty="0"/>
              <a:t>were devoid of ego, possessiveness and pride.</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905999" y="4571999"/>
            <a:ext cx="2286001" cy="2286001"/>
          </a:xfrm>
          <a:prstGeom prst="rect">
            <a:avLst/>
          </a:prstGeom>
        </p:spPr>
      </p:pic>
    </p:spTree>
    <p:extLst>
      <p:ext uri="{BB962C8B-B14F-4D97-AF65-F5344CB8AC3E}">
        <p14:creationId xmlns:p14="http://schemas.microsoft.com/office/powerpoint/2010/main" val="4261495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Nara and Narayana</a:t>
            </a:r>
            <a:endParaRPr lang="en-IN" dirty="0"/>
          </a:p>
        </p:txBody>
      </p:sp>
      <p:sp>
        <p:nvSpPr>
          <p:cNvPr id="3" name="Content Placeholder 2"/>
          <p:cNvSpPr>
            <a:spLocks noGrp="1"/>
          </p:cNvSpPr>
          <p:nvPr>
            <p:ph idx="1"/>
          </p:nvPr>
        </p:nvSpPr>
        <p:spPr/>
        <p:txBody>
          <a:bodyPr/>
          <a:lstStyle/>
          <a:p>
            <a:pPr marL="0" indent="0">
              <a:buNone/>
            </a:pPr>
            <a:r>
              <a:rPr lang="en-GB" dirty="0"/>
              <a:t>In </a:t>
            </a:r>
            <a:r>
              <a:rPr lang="en-GB" dirty="0" err="1"/>
              <a:t>Arjuna’s</a:t>
            </a:r>
            <a:r>
              <a:rPr lang="en-GB" dirty="0"/>
              <a:t> case, however, the Lord Himself claimed him as His own. How fortunate </a:t>
            </a:r>
            <a:r>
              <a:rPr lang="en-GB" dirty="0" err="1"/>
              <a:t>Arjuna</a:t>
            </a:r>
            <a:r>
              <a:rPr lang="en-GB" dirty="0"/>
              <a:t> was! Krishna and </a:t>
            </a:r>
            <a:r>
              <a:rPr lang="en-GB" dirty="0" err="1"/>
              <a:t>Arjuna</a:t>
            </a:r>
            <a:r>
              <a:rPr lang="en-GB" dirty="0"/>
              <a:t> were described as </a:t>
            </a:r>
            <a:r>
              <a:rPr lang="en-GB" dirty="0" err="1"/>
              <a:t>nara</a:t>
            </a:r>
            <a:r>
              <a:rPr lang="en-GB" dirty="0"/>
              <a:t> (man) and Narayana. Krishna showed </a:t>
            </a:r>
            <a:r>
              <a:rPr lang="en-GB" dirty="0" err="1"/>
              <a:t>Arjuna</a:t>
            </a:r>
            <a:r>
              <a:rPr lang="en-GB" dirty="0"/>
              <a:t> as the ideal man and the model representative and through </a:t>
            </a:r>
            <a:r>
              <a:rPr lang="en-GB" dirty="0" err="1"/>
              <a:t>Arjuna</a:t>
            </a:r>
            <a:r>
              <a:rPr lang="en-GB" dirty="0"/>
              <a:t> as His medium, He communicated to mankind the sacred message.</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8917998" y="3510259"/>
            <a:ext cx="3274002" cy="3347741"/>
          </a:xfrm>
          <a:prstGeom prst="rect">
            <a:avLst/>
          </a:prstGeom>
        </p:spPr>
      </p:pic>
    </p:spTree>
    <p:extLst>
      <p:ext uri="{BB962C8B-B14F-4D97-AF65-F5344CB8AC3E}">
        <p14:creationId xmlns:p14="http://schemas.microsoft.com/office/powerpoint/2010/main" val="400637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Remove the veil</a:t>
            </a:r>
            <a:endParaRPr lang="en-IN" dirty="0"/>
          </a:p>
        </p:txBody>
      </p:sp>
      <p:sp>
        <p:nvSpPr>
          <p:cNvPr id="3" name="Content Placeholder 2"/>
          <p:cNvSpPr>
            <a:spLocks noGrp="1"/>
          </p:cNvSpPr>
          <p:nvPr>
            <p:ph idx="1"/>
          </p:nvPr>
        </p:nvSpPr>
        <p:spPr/>
        <p:txBody>
          <a:bodyPr/>
          <a:lstStyle/>
          <a:p>
            <a:pPr marL="0" indent="0">
              <a:buNone/>
            </a:pPr>
            <a:r>
              <a:rPr lang="en-GB" dirty="0"/>
              <a:t>Though we are enveloped by Divinity, we become victims of sorrow by cultivating attachment to worldly phenomena. The ash conceals the fire from which it arises. The moss covers the water from which it is born. The cataract that is formed in the eye blinds the vision. The dirt that gathers on the mirror makes the mirror give a blurred image. In the same manner, ignorance which had its origin in Divinity ultimately shrouds our sacred knowledge. The evil tendencies in us are responsible for this. When we banish these evil tendencies and thoughts, it will be possible for us to behold Krishna, the Lord.</a:t>
            </a:r>
            <a:endParaRPr lang="en-IN" dirty="0"/>
          </a:p>
          <a:p>
            <a:pPr marL="0" indent="0">
              <a:buNone/>
            </a:pPr>
            <a:endParaRPr lang="en-IN" dirty="0"/>
          </a:p>
        </p:txBody>
      </p:sp>
      <p:pic>
        <p:nvPicPr>
          <p:cNvPr id="4" name="Picture 3"/>
          <p:cNvPicPr>
            <a:picLocks noChangeAspect="1"/>
          </p:cNvPicPr>
          <p:nvPr/>
        </p:nvPicPr>
        <p:blipFill rotWithShape="1">
          <a:blip r:embed="rId2"/>
          <a:srcRect b="8094"/>
          <a:stretch/>
        </p:blipFill>
        <p:spPr>
          <a:xfrm>
            <a:off x="10127673" y="4128813"/>
            <a:ext cx="2064327" cy="2729187"/>
          </a:xfrm>
          <a:prstGeom prst="rect">
            <a:avLst/>
          </a:prstGeom>
        </p:spPr>
      </p:pic>
    </p:spTree>
    <p:extLst>
      <p:ext uri="{BB962C8B-B14F-4D97-AF65-F5344CB8AC3E}">
        <p14:creationId xmlns:p14="http://schemas.microsoft.com/office/powerpoint/2010/main" val="898921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 open to Dharma</a:t>
            </a:r>
            <a:endParaRPr lang="en-IN" dirty="0"/>
          </a:p>
        </p:txBody>
      </p:sp>
      <p:sp>
        <p:nvSpPr>
          <p:cNvPr id="3" name="Content Placeholder 2"/>
          <p:cNvSpPr>
            <a:spLocks noGrp="1"/>
          </p:cNvSpPr>
          <p:nvPr>
            <p:ph idx="1"/>
          </p:nvPr>
        </p:nvSpPr>
        <p:spPr/>
        <p:txBody>
          <a:bodyPr/>
          <a:lstStyle/>
          <a:p>
            <a:pPr marL="0" indent="0">
              <a:buNone/>
            </a:pPr>
            <a:r>
              <a:rPr lang="en-GB" dirty="0"/>
              <a:t>It is only when we remove the evil propensities in our mind and visualise Divinity that we can live according to </a:t>
            </a:r>
            <a:r>
              <a:rPr lang="en-GB" dirty="0" err="1"/>
              <a:t>Easwara</a:t>
            </a:r>
            <a:r>
              <a:rPr lang="en-GB" dirty="0"/>
              <a:t> dharma. A person desiring to live according to </a:t>
            </a:r>
            <a:r>
              <a:rPr lang="en-GB" dirty="0" err="1"/>
              <a:t>Easwara</a:t>
            </a:r>
            <a:r>
              <a:rPr lang="en-GB" dirty="0"/>
              <a:t> dharma should purify his mind. When the head is stuffed with evil tendencies, when the ears listen to evil words, when the eyes peep at evil scenes on the sly, when the mind is wavering and deceptive, dharma cannot come anywhere near you.</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7569777" y="4269555"/>
            <a:ext cx="4622223" cy="2588445"/>
          </a:xfrm>
          <a:prstGeom prst="rect">
            <a:avLst/>
          </a:prstGeom>
        </p:spPr>
      </p:pic>
    </p:spTree>
    <p:extLst>
      <p:ext uri="{BB962C8B-B14F-4D97-AF65-F5344CB8AC3E}">
        <p14:creationId xmlns:p14="http://schemas.microsoft.com/office/powerpoint/2010/main" val="2603559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We belong to Him</a:t>
            </a:r>
            <a:endParaRPr lang="en-IN" dirty="0"/>
          </a:p>
        </p:txBody>
      </p:sp>
      <p:sp>
        <p:nvSpPr>
          <p:cNvPr id="3" name="Content Placeholder 2"/>
          <p:cNvSpPr>
            <a:spLocks noGrp="1"/>
          </p:cNvSpPr>
          <p:nvPr>
            <p:ph idx="1"/>
          </p:nvPr>
        </p:nvSpPr>
        <p:spPr/>
        <p:txBody>
          <a:bodyPr/>
          <a:lstStyle/>
          <a:p>
            <a:pPr marL="0" indent="0">
              <a:buNone/>
            </a:pPr>
            <a:r>
              <a:rPr lang="en-GB" dirty="0"/>
              <a:t>Students and Teachers!</a:t>
            </a:r>
            <a:endParaRPr lang="en-IN" dirty="0"/>
          </a:p>
          <a:p>
            <a:pPr marL="0" indent="0">
              <a:buNone/>
            </a:pPr>
            <a:r>
              <a:rPr lang="en-GB" dirty="0" smtClean="0"/>
              <a:t>It </a:t>
            </a:r>
            <a:r>
              <a:rPr lang="en-GB" dirty="0"/>
              <a:t>is proper that you should feel that you belong to Swami, instead of feeling that Swami is yours. If you undertake the journey of life in this spirit of surrender, you will be greatly blessed. You shall enhance the sacred nature of our country by such an attitude. You can propagate the spirit and the message of the Gita if you preserve in your heads this one line, “He is the Father and the Lord of the Universe.” You should strengthen your faith in the Lord who rules over the universe and prompts all your actions. This faith left a strong impact on </a:t>
            </a:r>
            <a:r>
              <a:rPr lang="en-GB" dirty="0" err="1"/>
              <a:t>Arjuna’s</a:t>
            </a:r>
            <a:r>
              <a:rPr lang="en-GB" dirty="0"/>
              <a:t> heart and he acted according to the Divine ordination.</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753747" y="4696691"/>
            <a:ext cx="1438253" cy="2161309"/>
          </a:xfrm>
          <a:prstGeom prst="rect">
            <a:avLst/>
          </a:prstGeom>
        </p:spPr>
      </p:pic>
    </p:spTree>
    <p:extLst>
      <p:ext uri="{BB962C8B-B14F-4D97-AF65-F5344CB8AC3E}">
        <p14:creationId xmlns:p14="http://schemas.microsoft.com/office/powerpoint/2010/main" val="1015131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Deivabala</a:t>
            </a:r>
            <a:endParaRPr lang="en-IN" dirty="0"/>
          </a:p>
        </p:txBody>
      </p:sp>
      <p:sp>
        <p:nvSpPr>
          <p:cNvPr id="3" name="Content Placeholder 2"/>
          <p:cNvSpPr>
            <a:spLocks noGrp="1"/>
          </p:cNvSpPr>
          <p:nvPr>
            <p:ph idx="1"/>
          </p:nvPr>
        </p:nvSpPr>
        <p:spPr/>
        <p:txBody>
          <a:bodyPr/>
          <a:lstStyle/>
          <a:p>
            <a:pPr marL="0" indent="0">
              <a:buNone/>
            </a:pPr>
            <a:r>
              <a:rPr lang="en-GB" dirty="0" err="1"/>
              <a:t>Arjuna</a:t>
            </a:r>
            <a:r>
              <a:rPr lang="en-GB" dirty="0"/>
              <a:t> said, “I will act according to Your Command. Pardon me for having posed so many questions knowingly or unknowingly. I have misused precious time, feeling proud of my intelligence, ego and physical prowess.” Strength of body, strength of mind, and strength of learning are of no avail without the strength derived from God. Without divine strength, all these are feeble.</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7611674" y="3810000"/>
            <a:ext cx="4580326" cy="3047999"/>
          </a:xfrm>
          <a:prstGeom prst="rect">
            <a:avLst/>
          </a:prstGeom>
        </p:spPr>
      </p:pic>
    </p:spTree>
    <p:extLst>
      <p:ext uri="{BB962C8B-B14F-4D97-AF65-F5344CB8AC3E}">
        <p14:creationId xmlns:p14="http://schemas.microsoft.com/office/powerpoint/2010/main" val="1082480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Spirit of Gita</a:t>
            </a:r>
            <a:endParaRPr lang="en-IN" dirty="0"/>
          </a:p>
        </p:txBody>
      </p:sp>
      <p:sp>
        <p:nvSpPr>
          <p:cNvPr id="3" name="Content Placeholder 2"/>
          <p:cNvSpPr>
            <a:spLocks noGrp="1"/>
          </p:cNvSpPr>
          <p:nvPr>
            <p:ph idx="1"/>
          </p:nvPr>
        </p:nvSpPr>
        <p:spPr/>
        <p:txBody>
          <a:bodyPr/>
          <a:lstStyle/>
          <a:p>
            <a:pPr marL="0" indent="0">
              <a:buNone/>
            </a:pPr>
            <a:r>
              <a:rPr lang="en-GB" dirty="0"/>
              <a:t>Do not feel proud of your youthful vigour and beauty. All your freshness and lustre shall fade away like the beauty of a flower which blossoms at dawn and fades by dusk. The stories of your petty achievements flash like lightning and then vanish, leaving behind utter darkness. We should not forget our divine destiny and be enticed by evanescent pleasures. Every student must make sincere attempts to understand and implement the spirit of the Gita. They should preserve in their hearts the sacred and blissful </a:t>
            </a:r>
            <a:r>
              <a:rPr lang="en-GB" dirty="0" err="1"/>
              <a:t>Atma</a:t>
            </a:r>
            <a:r>
              <a:rPr lang="en-GB" dirty="0"/>
              <a:t> </a:t>
            </a:r>
            <a:r>
              <a:rPr lang="en-GB" dirty="0" err="1"/>
              <a:t>Thathwa</a:t>
            </a:r>
            <a:r>
              <a:rPr lang="en-GB" dirty="0"/>
              <a:t>, which is glorified by the Bhagavad Gita.</a:t>
            </a:r>
            <a:endParaRPr lang="en-IN" dirty="0"/>
          </a:p>
          <a:p>
            <a:pPr marL="0" indent="0">
              <a:buNone/>
            </a:pPr>
            <a:endParaRPr lang="en-IN" dirty="0"/>
          </a:p>
        </p:txBody>
      </p:sp>
      <p:pic>
        <p:nvPicPr>
          <p:cNvPr id="4" name="Picture 3"/>
          <p:cNvPicPr>
            <a:picLocks noChangeAspect="1"/>
          </p:cNvPicPr>
          <p:nvPr/>
        </p:nvPicPr>
        <p:blipFill rotWithShape="1">
          <a:blip r:embed="rId2"/>
          <a:srcRect b="11179"/>
          <a:stretch/>
        </p:blipFill>
        <p:spPr>
          <a:xfrm>
            <a:off x="6505574" y="5059795"/>
            <a:ext cx="2749261" cy="1789124"/>
          </a:xfrm>
          <a:prstGeom prst="rect">
            <a:avLst/>
          </a:prstGeom>
        </p:spPr>
      </p:pic>
      <p:pic>
        <p:nvPicPr>
          <p:cNvPr id="5" name="Picture 4"/>
          <p:cNvPicPr>
            <a:picLocks noChangeAspect="1"/>
          </p:cNvPicPr>
          <p:nvPr/>
        </p:nvPicPr>
        <p:blipFill>
          <a:blip r:embed="rId3"/>
          <a:stretch>
            <a:fillRect/>
          </a:stretch>
        </p:blipFill>
        <p:spPr>
          <a:xfrm>
            <a:off x="10224654" y="4872791"/>
            <a:ext cx="1967345" cy="1976128"/>
          </a:xfrm>
          <a:prstGeom prst="rect">
            <a:avLst/>
          </a:prstGeom>
        </p:spPr>
      </p:pic>
    </p:spTree>
    <p:extLst>
      <p:ext uri="{BB962C8B-B14F-4D97-AF65-F5344CB8AC3E}">
        <p14:creationId xmlns:p14="http://schemas.microsoft.com/office/powerpoint/2010/main" val="2314248912"/>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rgbClr val="F7CBA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2125</Words>
  <Application>Microsoft Office PowerPoint</Application>
  <PresentationFormat>Widescreen</PresentationFormat>
  <Paragraphs>92</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“I am Thine”</vt:lpstr>
      <vt:lpstr>What is true sacrifice and yoga?</vt:lpstr>
      <vt:lpstr>Importance of Sense Control</vt:lpstr>
      <vt:lpstr>Main reason to commit action</vt:lpstr>
      <vt:lpstr>Body vs. Atma</vt:lpstr>
      <vt:lpstr>Hey Prabhu…Jagannatha…</vt:lpstr>
      <vt:lpstr>Your actions</vt:lpstr>
      <vt:lpstr>Disinterested actions</vt:lpstr>
      <vt:lpstr>Jivatva and Daivatva</vt:lpstr>
      <vt:lpstr>PowerPoint Presentation</vt:lpstr>
      <vt:lpstr>Akshara and Prana</vt:lpstr>
      <vt:lpstr>PowerPoint Presentation</vt:lpstr>
      <vt:lpstr>Karma is the synthesis</vt:lpstr>
      <vt:lpstr>PowerPoint Presentation</vt:lpstr>
      <vt:lpstr>Stay with God. Stay safe</vt:lpstr>
      <vt:lpstr>Death is natural</vt:lpstr>
      <vt:lpstr>The Royal Path</vt:lpstr>
      <vt:lpstr>Belongingness</vt:lpstr>
      <vt:lpstr>Belongingness</vt:lpstr>
      <vt:lpstr>Nara and Narayana</vt:lpstr>
      <vt:lpstr>Remove the veil</vt:lpstr>
      <vt:lpstr>Be open to Dharma</vt:lpstr>
      <vt:lpstr>We belong to Him</vt:lpstr>
      <vt:lpstr>Deivabala</vt:lpstr>
      <vt:lpstr>The Spirit of Gita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am Thine”</dc:title>
  <dc:creator>JG</dc:creator>
  <cp:lastModifiedBy>JG</cp:lastModifiedBy>
  <cp:revision>12</cp:revision>
  <dcterms:created xsi:type="dcterms:W3CDTF">2024-01-31T05:45:57Z</dcterms:created>
  <dcterms:modified xsi:type="dcterms:W3CDTF">2026-02-03T19:50:35Z</dcterms:modified>
</cp:coreProperties>
</file>