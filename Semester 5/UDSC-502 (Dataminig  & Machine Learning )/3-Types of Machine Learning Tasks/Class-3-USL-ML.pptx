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56" r:id="rId3"/>
    <p:sldId id="266" r:id="rId4"/>
    <p:sldId id="267" r:id="rId5"/>
    <p:sldId id="281" r:id="rId6"/>
    <p:sldId id="282" r:id="rId7"/>
    <p:sldId id="283" r:id="rId8"/>
    <p:sldId id="284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2A59C-5EF4-43C6-BA00-B5AEE216C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9B3C8-6A71-42C7-A9A2-E8A52338A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D62734-592D-406C-A573-5A6BE7279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A85B4-95D7-4AE1-9171-105EBF2B6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87D13F-CE8E-4E41-9C2A-2D4AB9CA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82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0914-4512-4F58-911C-5916CDAD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EBF9C-E18A-455A-9D14-BD66B0F15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90EC3-5C4A-4B61-8C43-F01AB33B5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69FE5-263A-47EE-97DE-8176BEF3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E6FE7B-7742-4774-8B07-DFE60507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355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2A275-50E4-4BD1-BE2E-2599C647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A1EF1-5BE4-472F-BF6C-18ADF0BB7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4BB6F-A012-4161-A191-FB6DE193A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80299-7570-4C01-B41A-358F2E021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37125E-E346-4074-A699-685DA5306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826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91F1E-8FAC-4FE0-9F53-015BEEF20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54C14-0C1A-4E59-A04E-30C2AB6185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B0FA1-7F63-4A19-A715-8CF636C3A2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19BCE-B83A-483D-8917-929934382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9F0498-7D52-4528-840F-5F4873962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81339-F5F0-4786-A467-BFE651850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094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26370-9505-4FF8-8FCA-6AB422A2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1B343-4D29-472A-8D7A-0015DE56A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9E14B2-A6C8-488C-A7C6-D78E30FC3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5BAE9-0B59-490D-9F47-09BB51740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5F037F-495D-4FD6-A258-43F6FA7ABC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B4B42A-9B05-4E40-891B-EBE41D3B3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1E06A-34E0-4E65-9ABB-38DD1838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B4A29E-EC39-4127-9AD4-0B37E5572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39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C618E-B8DF-4E9B-9006-DCB5186B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179BC1-6C15-4795-9F86-4ED55E79F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F53DA-2ADF-4BCA-AB5A-B85DD8DCC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31EC3-1486-4E5A-8B35-F5BF1F8C9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977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F4CA39-7956-4FD1-B895-B305FCECD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BC72C-B10A-4FD5-BF07-3193B3E53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2E686-E7B6-4DA8-BAF3-7F90E8E34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15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6D96B-A66E-430D-99AB-2AE88FC9C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53FAC-3662-48C0-AE3A-4A78352F7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523190-34C5-4C47-BBC6-0504745F7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7D2559-0E6A-4BCE-84D8-B86F37AB0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B7B58-1AFB-4EED-A35D-67C9C75BA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5824E-BB17-49A1-97B7-EFFECD0F8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280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B97A2-C79B-4FEB-A68A-391B67799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424C55-FB78-460D-BE6F-155E82DE4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8EF43-84AE-4557-AFCB-15A71C049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506C7-68A7-458A-B702-3416AA36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E0DA7-0646-47E9-988A-332F2FA67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E65556-F55F-4C5B-9885-39EBCEEFA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972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A9472-BF8B-4343-8723-FD318E3F2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C2516D-69DC-4DB8-81C9-F28B381CD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5F48D-5BB6-4DAC-A36A-C6E1F5C6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8CC04-00CA-4E10-BB96-6885E08D8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8E14B-BDA2-482A-834F-B05B7D745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04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DA7E67-0B32-4A55-8664-D20C831131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D99E5-1BD5-4745-A738-E17FDF3E5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FC7AF-85B0-4E9F-8F9E-7EA05E43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C80D2-8598-4395-A95F-598697922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49ECC-CA6E-4891-B141-0FEDDD28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648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7B24EE-F20B-4C06-91DA-2858740A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BB2B4-6BA8-4DC2-B50D-E287203D3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14970-367C-4B08-B197-EFF8BE43B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80410-978F-4294-9396-BF8161BE01A3}" type="datetimeFigureOut">
              <a:rPr lang="en-IN" smtClean="0"/>
              <a:t>01-12-2022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2E09DC-9582-457D-9D1F-22C6CB4AB1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F5741-EF23-4D5A-BC50-07536A912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4011C-E6E7-49ED-B9FE-36C8F7A8E2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74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3BA6-33DD-9D47-E643-6D6344971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8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UNSUPERVISED LEARNING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1709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7E04D3-693B-4FA3-ADD1-091A408FB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83" y="753177"/>
            <a:ext cx="10376034" cy="535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68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A92B4AD-5D93-37AE-50D7-8978A5B265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757" y="766391"/>
            <a:ext cx="8678486" cy="532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857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A74351-2B6E-395B-B366-A64C20681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31" y="657071"/>
            <a:ext cx="8678486" cy="517279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25F7C4F-E5BC-3C88-F41A-4506A9B4D45A}"/>
              </a:ext>
            </a:extLst>
          </p:cNvPr>
          <p:cNvSpPr/>
          <p:nvPr/>
        </p:nvSpPr>
        <p:spPr>
          <a:xfrm>
            <a:off x="9303026" y="1524000"/>
            <a:ext cx="2451652" cy="10336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Bias ,ellipsoids,</a:t>
            </a:r>
          </a:p>
          <a:p>
            <a:pPr algn="ctr"/>
            <a:r>
              <a:rPr lang="en-US" dirty="0"/>
              <a:t>Cohesive group</a:t>
            </a:r>
          </a:p>
          <a:p>
            <a:pPr algn="ctr"/>
            <a:r>
              <a:rPr lang="en-US" dirty="0"/>
              <a:t>Outliers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885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5849FE-5F59-CF61-5659-E84062956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3679" y="647544"/>
            <a:ext cx="9650172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633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9C992A-57C4-3A8F-F394-E30B872FF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40" y="790206"/>
            <a:ext cx="9450119" cy="527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471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F73F36-5C9A-0369-309B-9DEDFFC27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756" y="1333207"/>
            <a:ext cx="9040487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32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43CD48-03B7-21A4-29CE-9798C4741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235" y="1055476"/>
            <a:ext cx="9229139" cy="46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24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BE69-73A5-4E29-B244-AE9467D9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197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Jai Sairam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705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</TotalTime>
  <Words>11</Words>
  <Application>Microsoft Office PowerPoint</Application>
  <PresentationFormat>Widescreen</PresentationFormat>
  <Paragraphs>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UNSUPERVISED LEARNING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Jai Sairam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SAIRAM</dc:creator>
  <cp:lastModifiedBy>SAIRAM</cp:lastModifiedBy>
  <cp:revision>7</cp:revision>
  <dcterms:created xsi:type="dcterms:W3CDTF">2022-11-09T03:04:38Z</dcterms:created>
  <dcterms:modified xsi:type="dcterms:W3CDTF">2022-12-01T04:36:13Z</dcterms:modified>
</cp:coreProperties>
</file>