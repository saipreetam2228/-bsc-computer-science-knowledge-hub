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Arial Black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u5qB/DiPz2/S1rQWlbPX/gVm+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ArialBlack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639418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SUPERVISED LEARNING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7983" y="753177"/>
            <a:ext cx="10376034" cy="5351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766" y="1289051"/>
            <a:ext cx="7488715" cy="386245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/>
          <p:nvPr/>
        </p:nvSpPr>
        <p:spPr>
          <a:xfrm>
            <a:off x="7156174" y="3220278"/>
            <a:ext cx="904614" cy="43732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55A1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8060788" y="2226365"/>
            <a:ext cx="2792742" cy="43732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Input Data: Age and Income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8129927" y="2663687"/>
            <a:ext cx="2588202" cy="2025747"/>
          </a:xfrm>
          <a:prstGeom prst="downArrow">
            <a:avLst>
              <a:gd fmla="val 50000" name="adj1"/>
              <a:gd fmla="val 48692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  <a:t>Map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  <a:t>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  <a:t>function</a:t>
            </a:r>
            <a:endParaRPr b="0" i="0" sz="1800" u="none" cap="none" strike="noStrike">
              <a:solidFill>
                <a:srgbClr val="FFFF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8129927" y="4689434"/>
            <a:ext cx="2792742" cy="43732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Buy a Computer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0967" y="866417"/>
            <a:ext cx="9250066" cy="512516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/>
          <p:nvPr/>
        </p:nvSpPr>
        <p:spPr>
          <a:xfrm>
            <a:off x="437322" y="3429000"/>
            <a:ext cx="1126435" cy="38762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532782" y="6071095"/>
            <a:ext cx="1126435" cy="38762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Income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625" y="875943"/>
            <a:ext cx="9316750" cy="5106113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/>
          <p:nvPr/>
        </p:nvSpPr>
        <p:spPr>
          <a:xfrm>
            <a:off x="437322" y="3429000"/>
            <a:ext cx="1126435" cy="38762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532782" y="6071095"/>
            <a:ext cx="1126435" cy="38762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Income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9046" y="856891"/>
            <a:ext cx="9373908" cy="514421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/>
          <p:nvPr/>
        </p:nvSpPr>
        <p:spPr>
          <a:xfrm>
            <a:off x="437322" y="3429000"/>
            <a:ext cx="1126435" cy="38762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532782" y="6071095"/>
            <a:ext cx="1126435" cy="38762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Income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9993" y="818785"/>
            <a:ext cx="9412013" cy="522042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7"/>
          <p:cNvSpPr/>
          <p:nvPr/>
        </p:nvSpPr>
        <p:spPr>
          <a:xfrm>
            <a:off x="437322" y="3429000"/>
            <a:ext cx="1126435" cy="38762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5532782" y="6071095"/>
            <a:ext cx="1126435" cy="387626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Income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6079" y="741390"/>
            <a:ext cx="9948858" cy="5169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4118" y="541421"/>
            <a:ext cx="9663764" cy="577515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0"/>
          <p:cNvSpPr/>
          <p:nvPr/>
        </p:nvSpPr>
        <p:spPr>
          <a:xfrm>
            <a:off x="7726017" y="1656522"/>
            <a:ext cx="2610679" cy="397565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Normalize the input Data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0350" y="1401388"/>
            <a:ext cx="2527650" cy="90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6677" y="966444"/>
            <a:ext cx="9278645" cy="4925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4809" y="880707"/>
            <a:ext cx="9002381" cy="5096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7651" y="856891"/>
            <a:ext cx="9116697" cy="5144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>
            <p:ph type="title"/>
          </p:nvPr>
        </p:nvSpPr>
        <p:spPr>
          <a:xfrm>
            <a:off x="838200" y="251197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Jai Sairam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2022-11-09T03:04:38Z</dcterms:created>
  <dc:creator>SAIRAM</dc:creator>
</cp:coreProperties>
</file>