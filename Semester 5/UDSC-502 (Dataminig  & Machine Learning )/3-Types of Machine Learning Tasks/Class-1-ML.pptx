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heD6NQcFEoAsLqBx5K0osHUzVs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9582745-2A42-4A7B-A372-162373646661}">
  <a:tblStyle styleId="{49582745-2A42-4A7B-A372-16237364666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9722" y="698478"/>
            <a:ext cx="9450119" cy="5249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2"/>
          <p:cNvGraphicFramePr/>
          <p:nvPr/>
        </p:nvGraphicFramePr>
        <p:xfrm>
          <a:off x="1872973" y="23386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{49582745-2A42-4A7B-A372-162373646661}</a:tableStyleId>
              </a:tblPr>
              <a:tblGrid>
                <a:gridCol w="2709325"/>
                <a:gridCol w="2709325"/>
                <a:gridCol w="2709325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Class of tasks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Performance Measures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Experience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Writing an Exam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Marks Scored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More Examinations 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Diagnosing a Particular Illness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Drug effects, Quantity etc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More patients with similar illness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90" name="Google Shape;90;p2"/>
          <p:cNvSpPr/>
          <p:nvPr/>
        </p:nvSpPr>
        <p:spPr>
          <a:xfrm>
            <a:off x="3710609" y="1510748"/>
            <a:ext cx="4227443" cy="70236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Terms of Interest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2"/>
          <p:cNvCxnSpPr/>
          <p:nvPr/>
        </p:nvCxnSpPr>
        <p:spPr>
          <a:xfrm flipH="1" rot="10800000">
            <a:off x="8216348" y="1510748"/>
            <a:ext cx="2040835" cy="82789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2" name="Google Shape;92;p2"/>
          <p:cNvSpPr/>
          <p:nvPr/>
        </p:nvSpPr>
        <p:spPr>
          <a:xfrm>
            <a:off x="10319027" y="1338470"/>
            <a:ext cx="1183860" cy="384313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/>
          <p:nvPr/>
        </p:nvSpPr>
        <p:spPr>
          <a:xfrm>
            <a:off x="1272209" y="618012"/>
            <a:ext cx="9104243" cy="59634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INDUCTIVE LEARNING Vs  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QUANTITATIVE</a:t>
            </a: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LEARNING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1" y="1214360"/>
            <a:ext cx="7460973" cy="472827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/>
          <p:nvPr/>
        </p:nvSpPr>
        <p:spPr>
          <a:xfrm>
            <a:off x="7116417" y="2796209"/>
            <a:ext cx="649357" cy="19878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7911548" y="2584174"/>
            <a:ext cx="3737113" cy="596348"/>
          </a:xfrm>
          <a:prstGeom prst="rect">
            <a:avLst/>
          </a:prstGeom>
          <a:solidFill>
            <a:srgbClr val="C55A1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Input: Patient with certain symptoms Output: To predict the disease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3"/>
          <p:cNvCxnSpPr/>
          <p:nvPr/>
        </p:nvCxnSpPr>
        <p:spPr>
          <a:xfrm>
            <a:off x="6997148" y="3180522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2" name="Google Shape;102;p3"/>
          <p:cNvCxnSpPr>
            <a:endCxn id="98" idx="3"/>
          </p:cNvCxnSpPr>
          <p:nvPr/>
        </p:nvCxnSpPr>
        <p:spPr>
          <a:xfrm>
            <a:off x="5022574" y="3180400"/>
            <a:ext cx="2743200" cy="398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3" name="Google Shape;103;p3"/>
          <p:cNvSpPr/>
          <p:nvPr/>
        </p:nvSpPr>
        <p:spPr>
          <a:xfrm>
            <a:off x="7911548" y="3429000"/>
            <a:ext cx="3379304" cy="39797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Yes/No ,True/False etc.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3"/>
          <p:cNvCxnSpPr/>
          <p:nvPr/>
        </p:nvCxnSpPr>
        <p:spPr>
          <a:xfrm>
            <a:off x="4876800" y="3429000"/>
            <a:ext cx="2888974" cy="74543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5" name="Google Shape;105;p3"/>
          <p:cNvSpPr/>
          <p:nvPr/>
        </p:nvSpPr>
        <p:spPr>
          <a:xfrm>
            <a:off x="7911547" y="4015822"/>
            <a:ext cx="3472069" cy="53451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How long( Time, Height, functions etc.)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106;p3"/>
          <p:cNvCxnSpPr/>
          <p:nvPr/>
        </p:nvCxnSpPr>
        <p:spPr>
          <a:xfrm>
            <a:off x="4717774" y="4280452"/>
            <a:ext cx="3048000" cy="64935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7" name="Google Shape;107;p3"/>
          <p:cNvSpPr/>
          <p:nvPr/>
        </p:nvSpPr>
        <p:spPr>
          <a:xfrm>
            <a:off x="7911546" y="4730820"/>
            <a:ext cx="3525077" cy="39797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Type of purchases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" name="Google Shape;108;p3"/>
          <p:cNvCxnSpPr/>
          <p:nvPr/>
        </p:nvCxnSpPr>
        <p:spPr>
          <a:xfrm>
            <a:off x="4717774" y="4605130"/>
            <a:ext cx="3048000" cy="88127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9" name="Google Shape;109;p3"/>
          <p:cNvSpPr/>
          <p:nvPr/>
        </p:nvSpPr>
        <p:spPr>
          <a:xfrm>
            <a:off x="7911547" y="5393635"/>
            <a:ext cx="3472069" cy="39797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Customer visiting to my shop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3"/>
          <p:cNvCxnSpPr/>
          <p:nvPr/>
        </p:nvCxnSpPr>
        <p:spPr>
          <a:xfrm>
            <a:off x="5234609" y="4929809"/>
            <a:ext cx="2531165" cy="111318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1" name="Google Shape;111;p3"/>
          <p:cNvSpPr/>
          <p:nvPr/>
        </p:nvSpPr>
        <p:spPr>
          <a:xfrm>
            <a:off x="7938049" y="5942639"/>
            <a:ext cx="3525077" cy="59634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Customer A comes then B also comes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/>
          <p:nvPr/>
        </p:nvSpPr>
        <p:spPr>
          <a:xfrm>
            <a:off x="1272209" y="618012"/>
            <a:ext cx="9104243" cy="59634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INDUCTIVE LEARNING Vs  QUNATITATIVE LEARNING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4"/>
          <p:cNvCxnSpPr/>
          <p:nvPr/>
        </p:nvCxnSpPr>
        <p:spPr>
          <a:xfrm>
            <a:off x="6997148" y="3180522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18" name="Google Shape;118;p4"/>
          <p:cNvGrpSpPr/>
          <p:nvPr/>
        </p:nvGrpSpPr>
        <p:grpSpPr>
          <a:xfrm>
            <a:off x="304801" y="1214360"/>
            <a:ext cx="10880032" cy="5265847"/>
            <a:chOff x="304801" y="1214360"/>
            <a:chExt cx="10880032" cy="5265847"/>
          </a:xfrm>
        </p:grpSpPr>
        <p:pic>
          <p:nvPicPr>
            <p:cNvPr id="119" name="Google Shape;119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4801" y="1214360"/>
              <a:ext cx="7460973" cy="47282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" name="Google Shape;120;p4"/>
            <p:cNvSpPr/>
            <p:nvPr/>
          </p:nvSpPr>
          <p:spPr>
            <a:xfrm>
              <a:off x="7116417" y="2796209"/>
              <a:ext cx="649357" cy="198782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1" name="Google Shape;121;p4"/>
            <p:cNvCxnSpPr>
              <a:endCxn id="119" idx="3"/>
            </p:cNvCxnSpPr>
            <p:nvPr/>
          </p:nvCxnSpPr>
          <p:spPr>
            <a:xfrm>
              <a:off x="5022574" y="3180400"/>
              <a:ext cx="2743200" cy="3981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22" name="Google Shape;122;p4"/>
            <p:cNvCxnSpPr/>
            <p:nvPr/>
          </p:nvCxnSpPr>
          <p:spPr>
            <a:xfrm>
              <a:off x="4876800" y="3429000"/>
              <a:ext cx="2888974" cy="745435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23" name="Google Shape;123;p4"/>
            <p:cNvCxnSpPr/>
            <p:nvPr/>
          </p:nvCxnSpPr>
          <p:spPr>
            <a:xfrm>
              <a:off x="4770783" y="4576840"/>
              <a:ext cx="2994991" cy="193943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24" name="Google Shape;124;p4"/>
            <p:cNvCxnSpPr/>
            <p:nvPr/>
          </p:nvCxnSpPr>
          <p:spPr>
            <a:xfrm>
              <a:off x="5234609" y="4929809"/>
              <a:ext cx="2570921" cy="596035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125" name="Google Shape;125;p4"/>
            <p:cNvGrpSpPr/>
            <p:nvPr/>
          </p:nvGrpSpPr>
          <p:grpSpPr>
            <a:xfrm>
              <a:off x="7765774" y="2615518"/>
              <a:ext cx="3419059" cy="3289732"/>
              <a:chOff x="7911546" y="2584174"/>
              <a:chExt cx="3419059" cy="3289731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911549" y="2584174"/>
                <a:ext cx="3379302" cy="664342"/>
              </a:xfrm>
              <a:prstGeom prst="rect">
                <a:avLst/>
              </a:prstGeom>
              <a:solidFill>
                <a:srgbClr val="C55A1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PERFORMANCE MEASURES</a:t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911546" y="3429000"/>
                <a:ext cx="3379304" cy="397978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Classification Error</a:t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911547" y="4015822"/>
                <a:ext cx="3379303" cy="450161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Cost Function</a:t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938049" y="4661384"/>
                <a:ext cx="3379303" cy="397978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Purity</a:t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4"/>
              <p:cNvSpPr/>
              <p:nvPr/>
            </p:nvSpPr>
            <p:spPr>
              <a:xfrm>
                <a:off x="7951302" y="5309727"/>
                <a:ext cx="3379303" cy="564178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Support Confidence and Lift</a:t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1" name="Google Shape;131;p4"/>
            <p:cNvSpPr/>
            <p:nvPr/>
          </p:nvSpPr>
          <p:spPr>
            <a:xfrm>
              <a:off x="7805530" y="6082229"/>
              <a:ext cx="3379303" cy="39797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Cost</a:t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2" name="Google Shape;132;p4"/>
            <p:cNvCxnSpPr/>
            <p:nvPr/>
          </p:nvCxnSpPr>
          <p:spPr>
            <a:xfrm>
              <a:off x="3048000" y="5684870"/>
              <a:ext cx="4717774" cy="596348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8334" y="378160"/>
            <a:ext cx="9945398" cy="566483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/>
          <p:nvPr/>
        </p:nvSpPr>
        <p:spPr>
          <a:xfrm>
            <a:off x="6321287" y="4611757"/>
            <a:ext cx="1020417" cy="22528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7646504" y="4505741"/>
            <a:ext cx="3217228" cy="37106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Domain Specific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6606209" y="4075044"/>
            <a:ext cx="1020417" cy="22528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7931426" y="3829878"/>
            <a:ext cx="3342240" cy="51021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Parameters for performance measures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"/>
          <p:cNvSpPr txBox="1"/>
          <p:nvPr>
            <p:ph type="title"/>
          </p:nvPr>
        </p:nvSpPr>
        <p:spPr>
          <a:xfrm>
            <a:off x="838200" y="251197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Jai Sairam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2022-11-09T03:04:38Z</dcterms:created>
  <dc:creator>SAIRAM</dc:creator>
</cp:coreProperties>
</file>