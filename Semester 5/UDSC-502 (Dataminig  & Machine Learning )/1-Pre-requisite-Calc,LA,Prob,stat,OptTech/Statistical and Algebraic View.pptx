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f57ddf2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f57ddf2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f57ddf2d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f57ddf2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57ddf2d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f57ddf2d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57ddf2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57ddf2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57ddf2d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57ddf2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57ddf2d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f57ddf2d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0f4550c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0f4550c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0f4550c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0f4550c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0f4550c5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0f4550c5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f4550c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0f4550c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0f4550c5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0f4550c5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0f4550c5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0f4550c5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5" y="1337275"/>
            <a:ext cx="8839201" cy="279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50" y="448625"/>
            <a:ext cx="756723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376450" cy="23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8130" r="11048" t="19178"/>
          <a:stretch/>
        </p:blipFill>
        <p:spPr>
          <a:xfrm>
            <a:off x="3518575" y="2818875"/>
            <a:ext cx="4926551" cy="21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75" y="361445"/>
            <a:ext cx="9144001" cy="4420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25" y="226588"/>
            <a:ext cx="60198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7850" y="3332388"/>
            <a:ext cx="6157209" cy="1726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50" y="522625"/>
            <a:ext cx="7270900" cy="12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25" y="1884100"/>
            <a:ext cx="8525408" cy="30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773055"/>
            <a:ext cx="8832300" cy="3597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00" y="-12"/>
            <a:ext cx="53911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250" y="2905975"/>
            <a:ext cx="3286150" cy="1952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00" y="391220"/>
            <a:ext cx="9143999" cy="417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5" y="201673"/>
            <a:ext cx="7309949" cy="25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834" y="1796375"/>
            <a:ext cx="54296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6448"/>
            <a:ext cx="7782850" cy="41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50" y="-204225"/>
            <a:ext cx="8038900" cy="29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28" y="0"/>
            <a:ext cx="892274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