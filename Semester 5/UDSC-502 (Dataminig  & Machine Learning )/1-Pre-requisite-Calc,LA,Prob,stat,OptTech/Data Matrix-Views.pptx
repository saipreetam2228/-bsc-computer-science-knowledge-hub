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i8/F65CAbaLbN8+sZ5VTOXowa5M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70334fe481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70334fe481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70334fe481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70334fe481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6e0b796a21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6e0b796a2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6e0b796a21_0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6e0b796a21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70f57cf4f2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70f57cf4f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5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5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5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5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2574758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IN"/>
              <a:t>Data Matrix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918996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/>
              <a:t>Aum Sri Sairam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"/>
          <p:cNvSpPr txBox="1"/>
          <p:nvPr>
            <p:ph type="title"/>
          </p:nvPr>
        </p:nvSpPr>
        <p:spPr>
          <a:xfrm>
            <a:off x="838200" y="365126"/>
            <a:ext cx="10146957" cy="8581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Views</a:t>
            </a:r>
            <a:endParaRPr/>
          </a:p>
        </p:txBody>
      </p:sp>
      <p:sp>
        <p:nvSpPr>
          <p:cNvPr id="91" name="Google Shape;91;p4"/>
          <p:cNvSpPr txBox="1"/>
          <p:nvPr>
            <p:ph idx="1" type="body"/>
          </p:nvPr>
        </p:nvSpPr>
        <p:spPr>
          <a:xfrm>
            <a:off x="572927" y="1406985"/>
            <a:ext cx="10686535" cy="48964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Point View vs Attribute View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All vectors are assumed as column vectors</a:t>
            </a:r>
            <a:endParaRPr/>
          </a:p>
          <a:p>
            <a:pPr indent="-292100" lvl="0" marL="228600" rtl="0" algn="l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IN"/>
              <a:t>Attributes are orthogonal vectors forming the space</a:t>
            </a:r>
            <a:endParaRPr/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2" name="Google Shape;9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4959" y="3220380"/>
            <a:ext cx="5163203" cy="2767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54377" y="3040830"/>
            <a:ext cx="4726355" cy="285805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4"/>
          <p:cNvSpPr txBox="1"/>
          <p:nvPr/>
        </p:nvSpPr>
        <p:spPr>
          <a:xfrm>
            <a:off x="8330150" y="5898875"/>
            <a:ext cx="3267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Attribute View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 txBox="1"/>
          <p:nvPr/>
        </p:nvSpPr>
        <p:spPr>
          <a:xfrm>
            <a:off x="2160950" y="5898875"/>
            <a:ext cx="1831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Point View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9"/>
          <p:cNvSpPr txBox="1"/>
          <p:nvPr>
            <p:ph type="title"/>
          </p:nvPr>
        </p:nvSpPr>
        <p:spPr>
          <a:xfrm>
            <a:off x="838200" y="365125"/>
            <a:ext cx="10515600" cy="7297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Norm Distance and Angle</a:t>
            </a:r>
            <a:endParaRPr/>
          </a:p>
        </p:txBody>
      </p:sp>
      <p:pic>
        <p:nvPicPr>
          <p:cNvPr id="101" name="Google Shape;101;p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40568" y="1056940"/>
            <a:ext cx="8710863" cy="54359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Norm/Length/Magnitude of a Vector</a:t>
            </a:r>
            <a:endParaRPr/>
          </a:p>
        </p:txBody>
      </p:sp>
      <p:sp>
        <p:nvSpPr>
          <p:cNvPr id="107" name="Google Shape;107;p7"/>
          <p:cNvSpPr txBox="1"/>
          <p:nvPr>
            <p:ph idx="1" type="body"/>
          </p:nvPr>
        </p:nvSpPr>
        <p:spPr>
          <a:xfrm>
            <a:off x="963875" y="1639950"/>
            <a:ext cx="10113000" cy="35781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042" r="0" t="-224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IN"/>
              <a:t> </a:t>
            </a:r>
            <a:endParaRPr/>
          </a:p>
        </p:txBody>
      </p:sp>
      <p:pic>
        <p:nvPicPr>
          <p:cNvPr id="108" name="Google Shape;108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99799" y="3672125"/>
            <a:ext cx="3761850" cy="140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g370334fe481_0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4313" y="848125"/>
            <a:ext cx="11072525" cy="586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g370334fe481_0_8"/>
          <p:cNvSpPr txBox="1"/>
          <p:nvPr/>
        </p:nvSpPr>
        <p:spPr>
          <a:xfrm>
            <a:off x="108750" y="5996275"/>
            <a:ext cx="8671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Distance between Target vector and </a:t>
            </a: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</a:t>
            </a: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predicted vector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g370334fe481_0_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4850" y="1350250"/>
            <a:ext cx="10852701" cy="466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g36e0b796a21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975" y="466800"/>
            <a:ext cx="10490049" cy="461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g36e0b796a21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43475" y="4073188"/>
            <a:ext cx="5162550" cy="178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g36e0b796a21_0_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8938" y="188275"/>
            <a:ext cx="8357276" cy="336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g36e0b796a21_0_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40125" y="3913700"/>
            <a:ext cx="5992675" cy="283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70f57cf4f2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Mean</a:t>
            </a:r>
            <a:endParaRPr/>
          </a:p>
        </p:txBody>
      </p:sp>
      <p:pic>
        <p:nvPicPr>
          <p:cNvPr id="137" name="Google Shape;137;g370f57cf4f2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59838" y="414325"/>
            <a:ext cx="7858125" cy="602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2025-06-13T08:37:08Z</dcterms:created>
  <dc:creator>Sri P Sunil Kumar</dc:creator>
</cp:coreProperties>
</file>