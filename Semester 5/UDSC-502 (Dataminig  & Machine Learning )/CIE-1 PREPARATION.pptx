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B06726-36A8-4833-B451-F579673375E5}">
  <a:tblStyle styleId="{96B06726-36A8-4833-B451-F579673375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18f41cb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18f41cb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191c28a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191c28a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18f41cb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18f41cb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18f41cb1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18f41cb1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f9e9ce90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f9e9ce90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f9e9ce90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f9e9ce90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f9e9ce9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f9e9ce90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25" y="607975"/>
            <a:ext cx="7798176" cy="3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1900" y="0"/>
            <a:ext cx="820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Example-1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050" y="2370763"/>
            <a:ext cx="461010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-1"/>
            <a:ext cx="6227778" cy="2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867575" y="2965000"/>
            <a:ext cx="3409800" cy="88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Map (Xi,Yi)  onto the Data Matrix D</a:t>
            </a:r>
            <a:endParaRPr b="1"/>
          </a:p>
        </p:txBody>
      </p:sp>
      <p:sp>
        <p:nvSpPr>
          <p:cNvPr id="2" name="TextBox 1"/>
          <p:cNvSpPr txBox="1"/>
          <p:nvPr/>
        </p:nvSpPr>
        <p:spPr>
          <a:xfrm>
            <a:off x="5756564" y="1485900"/>
            <a:ext cx="1871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X1in the training set=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471900" y="0"/>
            <a:ext cx="820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Example-1(II)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1143500" y="67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{96B06726-36A8-4833-B451-F579673375E5}</a:tableStyleId>
              </a:tblPr>
              <a:tblGrid>
                <a:gridCol w="84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age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income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food_cost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tip_paid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750" y="597100"/>
            <a:ext cx="6892276" cy="45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881750" y="135400"/>
            <a:ext cx="668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Example-2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2650"/>
            <a:ext cx="8839199" cy="42095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152400" y="160950"/>
            <a:ext cx="684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Example-3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475" y="2129250"/>
            <a:ext cx="458780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5187375" cy="26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1300525" y="2897325"/>
            <a:ext cx="3912000" cy="138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How the SL model can be mapped onto the  Orthogonal Projection  </a:t>
            </a:r>
            <a:r>
              <a:rPr lang="en" sz="1500" i="1"/>
              <a:t>b</a:t>
            </a:r>
            <a:r>
              <a:rPr lang="en" b="1"/>
              <a:t> onto </a:t>
            </a:r>
            <a:r>
              <a:rPr lang="en" i="1"/>
              <a:t>a</a:t>
            </a:r>
            <a:r>
              <a:rPr lang="en" b="1"/>
              <a:t>?</a:t>
            </a:r>
            <a:endParaRPr b="1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1698" y="152400"/>
            <a:ext cx="1468925" cy="4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568075" y="635475"/>
            <a:ext cx="3480900" cy="138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is approximation and what is error in the diagram</a:t>
            </a:r>
            <a:endParaRPr b="1"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975" y="48475"/>
            <a:ext cx="458780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209050"/>
            <a:ext cx="391477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568075" y="3073875"/>
            <a:ext cx="3480900" cy="138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How approximation and error is related to this diagram?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questions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Churning in relation to dataset 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group the points in unsupervised Learning?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117</Words>
  <Application>Microsoft Office PowerPoint</Application>
  <PresentationFormat>On-screen Show (16:9)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III BSc</cp:lastModifiedBy>
  <cp:revision>2</cp:revision>
  <dcterms:modified xsi:type="dcterms:W3CDTF">2025-07-26T04:00:49Z</dcterms:modified>
</cp:coreProperties>
</file>