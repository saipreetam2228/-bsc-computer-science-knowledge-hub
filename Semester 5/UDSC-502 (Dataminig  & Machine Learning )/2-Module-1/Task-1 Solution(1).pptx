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EkHJWnpWINnK5Voy7A5QyJM3B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5146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Task-1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8588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AUM SRI SAIRAM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Finding the Rows and Columns and cell values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IN"/>
              <a:t>Rows: Students (e.g., Student1, Student2, … Student)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Columns: Item categories in the hostel store (e.g., item name,category, price,per/week </a:t>
            </a:r>
            <a:r>
              <a:rPr lang="en-IN"/>
              <a:t>purchase</a:t>
            </a:r>
            <a:r>
              <a:rPr lang="en-IN"/>
              <a:t>,Predict)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Cell Values: Quantity of items purchased over a fixed time period (e.g., per month)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2. Rows: Students (e.g., Student1, Student2, … StudentN)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Columns: (Subject,score,attendance,no of </a:t>
            </a:r>
            <a:r>
              <a:rPr lang="en-IN"/>
              <a:t>assignments</a:t>
            </a:r>
            <a:r>
              <a:rPr lang="en-IN"/>
              <a:t> submitted,GPA,CGPA)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    </a:t>
            </a:r>
            <a:r>
              <a:rPr lang="en-IN"/>
              <a:t>Cell Values: good, Average, and poor (As 1,0,-1)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3. Rows (Reviewer1, Reviewer2,..)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Columns: </a:t>
            </a:r>
            <a:r>
              <a:rPr lang="en-IN"/>
              <a:t>keywords</a:t>
            </a:r>
            <a:r>
              <a:rPr lang="en-IN"/>
              <a:t> used (Clean, food, wi-fi, sad, happy etc.)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Cell Values:  Frequency of words, sentiment polarity, or presence/absence (1/0)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Finding the Rows and Columns and cell values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4.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Rows: Images (A1.jpg, A2.jpg)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Columns: Visual features (e.g., brightness, clutter score, color histogram bins, Altar etc.)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Cell Values: Numeric feature values extracted from image analysis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5.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Rows: Audio clips (e.g., Complaint1.wav, Complaint2.wav)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Columns: Audio features (e.g., pitch, loudness, MFCCs)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Cell Values: Feature values extracted using audio processing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Finding the Rows and Columns and cell values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6.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Rows: Videos (e.g., Event1.mp4, Event2.mp4)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Columns: Temporal or spatial features (e.g., number of faces detected, motion intensity, duration of applause)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Cell Values: Extracted features per 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2025-05-30T10:30:51Z</dcterms:created>
  <dc:creator>Sri P Sunil Kumar</dc:creator>
</cp:coreProperties>
</file>