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9" r:id="rId4"/>
    <p:sldId id="262" r:id="rId5"/>
    <p:sldId id="267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58" r:id="rId22"/>
    <p:sldId id="263" r:id="rId23"/>
    <p:sldId id="265" r:id="rId24"/>
    <p:sldId id="264" r:id="rId25"/>
    <p:sldId id="257" r:id="rId26"/>
    <p:sldId id="261" r:id="rId27"/>
    <p:sldId id="26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6C6F-43C8-D928-5753-90F5DD4F8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0237E-265C-E098-7C3F-CFC7BB717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4151D-FBF1-6EB2-D7F1-5160450D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F6D89-C38D-4205-562E-BD0A55D6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44C24-ACA7-FF43-2E21-C2CE5101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9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2FA1-BED9-3F65-758C-63D734F9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7FD2-1B1D-AC20-6ED5-C4839C87E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6CB2B-4D04-E3C1-3E6A-39774118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7E7F7-E34D-12EC-7A2A-6B3B120C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C28FB-21F7-06B7-6F65-CEB1362F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57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5DCF8-4424-3C5F-4111-F7B621647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2D305-6F68-654B-3546-9417A1CEE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A1030-A27C-FC40-65E5-9BD08CCDE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7FD46-62AE-760C-F8A1-DED1A93B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2173-0163-188C-21C4-981399BA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33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7660-4624-3A9D-B0A3-C9EEE58C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6A6F-5E83-F039-A0C7-C4653CE99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37CE5-6702-F565-82B2-3D963F49F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B4D0D-3FB0-5E23-E8A2-32C66A5C8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DF806-797E-BE43-E076-79764329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2AA56-19CD-3BDE-9E0C-254CBDFD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58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FE07-3A4B-04C1-D58A-1F706721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63D59-A556-7334-9B5E-D15334AC4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0AB9C-FC02-D722-448B-913FD2AD3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71AC4-B628-A95A-E8A8-B50DBC73A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A23A10-6388-629F-A277-7D3234F8A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5A2D8-E4BA-5DFC-E08F-1C63EB54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66FF00-A2EB-3B3A-8CC0-7AEBFB988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96B48F-2D09-896D-0DB3-87A12CE9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26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0DDF1-BAD8-D715-BD00-B11BB44F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A2D31-6BBF-2F22-EB4A-9ACB3FD02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B209D-FAFE-D0BA-2B85-2DD65E612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B0E2E-7CD3-A65E-6418-166E9150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85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89071-886C-7B67-43E3-9BD4AC068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5EFEF-464C-4CA8-1656-94BB3191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E5EEB-3BF4-2DA5-7978-1276A8E3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50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AE3C-B173-171A-D744-20C68870C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940BA-D80F-8247-32B6-EA4BA7D67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69136-E9A1-9F76-E016-25F30E6C1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5CB18-9E23-B831-BA5D-FE42D3DB1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2CF9-1231-23FC-1D8B-458531AD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01D07-69F3-9145-12D4-69939D7F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09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73E2F-608F-5DDE-8A63-0DAFFD7B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BE155E-C3F4-75B2-CD0A-1755AE11A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53768-B202-718B-E646-0F98C4A21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5F447-A26D-A117-3752-64666ED5D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9E728-8129-BE11-E016-89249801D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B6473-F499-2F96-849A-813D95867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72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86D4-50C3-4CA8-11D5-11AEE710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39DF0-1B44-9683-C680-244A8221F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B1114-C46F-4DB8-5493-36282A89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55A2D-3E30-BC54-8981-6106FC2B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4322A-F53E-D59D-49C7-D172E24E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60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16563-F3BB-4137-5D2C-682BF78FE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C448F-2D62-2121-28AC-DBCEEEBAF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F0171-FDAE-BD12-1F24-B1A512A7E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2C62F-77C4-3FB2-3754-399E44E7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0F820-A1B2-C7FD-E1D4-B9A8E09B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95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87B1C9-E1D6-E5CC-69B1-FA97D2E3C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B10A4-9C76-5B96-1383-8770BCAC4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34840-3FEE-E33E-9093-1F60DF6C3A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CACED-84D2-4D52-B738-9B7C3E21A02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0C00B-E1B3-4C3D-988D-3E5113920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357CB-3910-BE52-D1A2-4559D60B3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D13F5-1761-4419-B46D-2DD3A8005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51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35FF-3315-00E9-9AA6-9CDE391A4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16163"/>
            <a:ext cx="9144000" cy="238760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519AF-B061-1884-5BDC-83DDB8EEB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60401"/>
            <a:ext cx="9144000" cy="1655762"/>
          </a:xfrm>
        </p:spPr>
        <p:txBody>
          <a:bodyPr>
            <a:normAutofit/>
          </a:bodyPr>
          <a:lstStyle/>
          <a:p>
            <a:r>
              <a:rPr lang="en-IN" sz="1800" dirty="0"/>
              <a:t>AUM SRI SAIRAM</a:t>
            </a:r>
          </a:p>
        </p:txBody>
      </p:sp>
    </p:spTree>
    <p:extLst>
      <p:ext uri="{BB962C8B-B14F-4D97-AF65-F5344CB8AC3E}">
        <p14:creationId xmlns:p14="http://schemas.microsoft.com/office/powerpoint/2010/main" val="1186697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46E7C-09C8-275B-CDE2-973AD9F2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1E78A-391F-B5BC-627D-5862A8B0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Understanding Data</a:t>
            </a:r>
          </a:p>
          <a:p>
            <a:pPr lvl="1"/>
            <a:r>
              <a:rPr lang="en-IN" dirty="0"/>
              <a:t>Data Collection</a:t>
            </a:r>
          </a:p>
          <a:p>
            <a:pPr lvl="1"/>
            <a:r>
              <a:rPr lang="en-IN" dirty="0"/>
              <a:t>Data Pre-Processing</a:t>
            </a:r>
          </a:p>
          <a:p>
            <a:pPr lvl="1"/>
            <a:r>
              <a:rPr lang="en-IN" dirty="0"/>
              <a:t>Algorithms(DM techniques and ML Tasks)</a:t>
            </a:r>
          </a:p>
          <a:p>
            <a:pPr lvl="1"/>
            <a:r>
              <a:rPr lang="en-IN" dirty="0"/>
              <a:t>Metrics for evaluation/Assessment</a:t>
            </a:r>
          </a:p>
          <a:p>
            <a:pPr lvl="1"/>
            <a:r>
              <a:rPr lang="en-IN" dirty="0"/>
              <a:t>Bias-Variance Trade-off</a:t>
            </a:r>
          </a:p>
        </p:txBody>
      </p:sp>
    </p:spTree>
    <p:extLst>
      <p:ext uri="{BB962C8B-B14F-4D97-AF65-F5344CB8AC3E}">
        <p14:creationId xmlns:p14="http://schemas.microsoft.com/office/powerpoint/2010/main" val="1304513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39C3-A11A-3DE4-D74C-8AA7DC70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435B-983F-7BCB-ED9C-09F07542A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Statistical Learning</a:t>
            </a:r>
          </a:p>
          <a:p>
            <a:r>
              <a:rPr lang="en-IN" dirty="0"/>
              <a:t>Machine Learning</a:t>
            </a:r>
          </a:p>
          <a:p>
            <a:r>
              <a:rPr lang="en-IN" dirty="0"/>
              <a:t>Databases</a:t>
            </a:r>
          </a:p>
          <a:p>
            <a:r>
              <a:rPr lang="en-IN" dirty="0"/>
              <a:t>Data warehouses</a:t>
            </a:r>
          </a:p>
          <a:p>
            <a:r>
              <a:rPr lang="en-IN" dirty="0"/>
              <a:t>DataMart</a:t>
            </a:r>
          </a:p>
          <a:p>
            <a:r>
              <a:rPr lang="en-IN" dirty="0"/>
              <a:t>Distributed and Parallel Computing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501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09A60-F6CB-2F48-A60A-37D90FD03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Size and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978B5-97FC-4536-847F-23294F7CA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909"/>
            <a:ext cx="10515600" cy="4351338"/>
          </a:xfrm>
        </p:spPr>
        <p:txBody>
          <a:bodyPr/>
          <a:lstStyle/>
          <a:p>
            <a:r>
              <a:rPr lang="en-IN" dirty="0"/>
              <a:t>Statistics: Sample 30 </a:t>
            </a:r>
          </a:p>
          <a:p>
            <a:r>
              <a:rPr lang="en-IN" dirty="0"/>
              <a:t>ML:100-1000</a:t>
            </a:r>
          </a:p>
          <a:p>
            <a:r>
              <a:rPr lang="en-IN" dirty="0"/>
              <a:t>DM: Peta(10^15) to Exa bytes(10^18)</a:t>
            </a:r>
          </a:p>
          <a:p>
            <a:r>
              <a:rPr lang="en-IN" dirty="0"/>
              <a:t>Database:  Data ware houses- Statistics-ML-DM-Big Data-DS</a:t>
            </a:r>
          </a:p>
          <a:p>
            <a:r>
              <a:rPr lang="en-IN" dirty="0"/>
              <a:t>ML-Mathematical</a:t>
            </a:r>
          </a:p>
          <a:p>
            <a:r>
              <a:rPr lang="en-IN" dirty="0"/>
              <a:t>DM-Applications</a:t>
            </a:r>
          </a:p>
        </p:txBody>
      </p:sp>
    </p:spTree>
    <p:extLst>
      <p:ext uri="{BB962C8B-B14F-4D97-AF65-F5344CB8AC3E}">
        <p14:creationId xmlns:p14="http://schemas.microsoft.com/office/powerpoint/2010/main" val="4138751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5BD515-47B2-F71D-F222-763E60032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8343" y="633651"/>
            <a:ext cx="9495314" cy="5590698"/>
          </a:xfrm>
        </p:spPr>
      </p:pic>
    </p:spTree>
    <p:extLst>
      <p:ext uri="{BB962C8B-B14F-4D97-AF65-F5344CB8AC3E}">
        <p14:creationId xmlns:p14="http://schemas.microsoft.com/office/powerpoint/2010/main" val="2539235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C8CA-6CC9-FFD0-B82D-4923305FD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03904E-539D-B4F7-37E3-5E5F55220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9969" y="4548962"/>
            <a:ext cx="5877745" cy="27626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64A804-7FF5-DAE3-8FDF-5564E2AA3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442" y="2504946"/>
            <a:ext cx="7459116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72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E9487B-7240-4D5E-E97B-7469672CD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729" y="789159"/>
            <a:ext cx="9528272" cy="5279681"/>
          </a:xfrm>
        </p:spPr>
      </p:pic>
    </p:spTree>
    <p:extLst>
      <p:ext uri="{BB962C8B-B14F-4D97-AF65-F5344CB8AC3E}">
        <p14:creationId xmlns:p14="http://schemas.microsoft.com/office/powerpoint/2010/main" val="1416854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838656-98E9-E66B-5F61-802F3C62B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8278" y="854242"/>
            <a:ext cx="9575444" cy="4811191"/>
          </a:xfrm>
        </p:spPr>
      </p:pic>
    </p:spTree>
    <p:extLst>
      <p:ext uri="{BB962C8B-B14F-4D97-AF65-F5344CB8AC3E}">
        <p14:creationId xmlns:p14="http://schemas.microsoft.com/office/powerpoint/2010/main" val="616973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374B59-CFA6-026D-A79D-1AE334315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252" y="1227221"/>
            <a:ext cx="10077363" cy="4196775"/>
          </a:xfrm>
        </p:spPr>
      </p:pic>
    </p:spTree>
    <p:extLst>
      <p:ext uri="{BB962C8B-B14F-4D97-AF65-F5344CB8AC3E}">
        <p14:creationId xmlns:p14="http://schemas.microsoft.com/office/powerpoint/2010/main" val="832591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9B13E0-5F68-9F22-47F7-9AF3F8E80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497" y="1708485"/>
            <a:ext cx="10328972" cy="2979511"/>
          </a:xfrm>
        </p:spPr>
      </p:pic>
    </p:spTree>
    <p:extLst>
      <p:ext uri="{BB962C8B-B14F-4D97-AF65-F5344CB8AC3E}">
        <p14:creationId xmlns:p14="http://schemas.microsoft.com/office/powerpoint/2010/main" val="3157174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CE0A5-033E-06F3-1D80-0307411A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 and cases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16954F-4D63-AAB3-6D08-75847A193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0831" y="1445517"/>
            <a:ext cx="8043863" cy="4187070"/>
          </a:xfrm>
        </p:spPr>
      </p:pic>
    </p:spTree>
    <p:extLst>
      <p:ext uri="{BB962C8B-B14F-4D97-AF65-F5344CB8AC3E}">
        <p14:creationId xmlns:p14="http://schemas.microsoft.com/office/powerpoint/2010/main" val="4210937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C98F9B-39C5-05F0-AE0E-F769612D8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0090" y="901438"/>
            <a:ext cx="7389797" cy="4091667"/>
          </a:xfrm>
        </p:spPr>
      </p:pic>
    </p:spTree>
    <p:extLst>
      <p:ext uri="{BB962C8B-B14F-4D97-AF65-F5344CB8AC3E}">
        <p14:creationId xmlns:p14="http://schemas.microsoft.com/office/powerpoint/2010/main" val="2744634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E619DC-5678-DD2B-1FFA-CD2F478C3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300" y="962526"/>
            <a:ext cx="9047400" cy="4448975"/>
          </a:xfrm>
        </p:spPr>
      </p:pic>
    </p:spTree>
    <p:extLst>
      <p:ext uri="{BB962C8B-B14F-4D97-AF65-F5344CB8AC3E}">
        <p14:creationId xmlns:p14="http://schemas.microsoft.com/office/powerpoint/2010/main" val="2617929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736006-4291-8C3D-0AF9-436D0DA17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041" y="1492255"/>
            <a:ext cx="9645341" cy="3669293"/>
          </a:xfrm>
        </p:spPr>
      </p:pic>
    </p:spTree>
    <p:extLst>
      <p:ext uri="{BB962C8B-B14F-4D97-AF65-F5344CB8AC3E}">
        <p14:creationId xmlns:p14="http://schemas.microsoft.com/office/powerpoint/2010/main" val="4174448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3A16A0-6E9C-E592-762A-140FCFE08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5831" y="818148"/>
            <a:ext cx="9500649" cy="5233736"/>
          </a:xfrm>
        </p:spPr>
      </p:pic>
    </p:spTree>
    <p:extLst>
      <p:ext uri="{BB962C8B-B14F-4D97-AF65-F5344CB8AC3E}">
        <p14:creationId xmlns:p14="http://schemas.microsoft.com/office/powerpoint/2010/main" val="3992585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441B6C-F9EA-4685-11B3-16301B005C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7227" y="806116"/>
            <a:ext cx="9180583" cy="5077325"/>
          </a:xfrm>
        </p:spPr>
      </p:pic>
    </p:spTree>
    <p:extLst>
      <p:ext uri="{BB962C8B-B14F-4D97-AF65-F5344CB8AC3E}">
        <p14:creationId xmlns:p14="http://schemas.microsoft.com/office/powerpoint/2010/main" val="4104687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C3338E-2967-7899-6694-808C96088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839" y="1130968"/>
            <a:ext cx="7813865" cy="4419407"/>
          </a:xfrm>
        </p:spPr>
      </p:pic>
    </p:spTree>
    <p:extLst>
      <p:ext uri="{BB962C8B-B14F-4D97-AF65-F5344CB8AC3E}">
        <p14:creationId xmlns:p14="http://schemas.microsoft.com/office/powerpoint/2010/main" val="2747614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7F708F-04BD-74B0-D7D0-FFA39D9E1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6751" y="541423"/>
            <a:ext cx="8236238" cy="5271670"/>
          </a:xfrm>
        </p:spPr>
      </p:pic>
    </p:spTree>
    <p:extLst>
      <p:ext uri="{BB962C8B-B14F-4D97-AF65-F5344CB8AC3E}">
        <p14:creationId xmlns:p14="http://schemas.microsoft.com/office/powerpoint/2010/main" val="2856542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1777F4-B710-043D-1B85-804513E93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7186" y="830179"/>
            <a:ext cx="8732677" cy="4764505"/>
          </a:xfrm>
        </p:spPr>
      </p:pic>
    </p:spTree>
    <p:extLst>
      <p:ext uri="{BB962C8B-B14F-4D97-AF65-F5344CB8AC3E}">
        <p14:creationId xmlns:p14="http://schemas.microsoft.com/office/powerpoint/2010/main" val="3858062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5B9EF2-25F1-A183-E40E-962147DED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81" y="1363860"/>
            <a:ext cx="8601637" cy="438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72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95D9-2B4E-DC84-D816-B54D31FC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3E767-BC32-6039-98A1-FF9E7FC3C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Numbers</a:t>
            </a:r>
          </a:p>
          <a:p>
            <a:r>
              <a:rPr lang="en-IN" dirty="0"/>
              <a:t>Video </a:t>
            </a:r>
          </a:p>
          <a:p>
            <a:r>
              <a:rPr lang="en-IN" dirty="0"/>
              <a:t>Image</a:t>
            </a:r>
          </a:p>
          <a:p>
            <a:r>
              <a:rPr lang="en-IN" dirty="0"/>
              <a:t>Text</a:t>
            </a:r>
          </a:p>
          <a:p>
            <a:r>
              <a:rPr lang="en-IN" dirty="0"/>
              <a:t>Simulation</a:t>
            </a:r>
          </a:p>
          <a:p>
            <a:r>
              <a:rPr lang="en-IN" dirty="0"/>
              <a:t>Audio</a:t>
            </a:r>
          </a:p>
          <a:p>
            <a:r>
              <a:rPr lang="en-IN" dirty="0"/>
              <a:t>Graphs</a:t>
            </a:r>
          </a:p>
          <a:p>
            <a:r>
              <a:rPr lang="en-IN" dirty="0"/>
              <a:t>Social Networks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867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260A-2278-8F34-7A04-799E3CE00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Iris 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63988-4CD1-6386-17D5-E18C555C7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Iris dataset is a classic and widely used in machine learning and statistics. It was introduced by British biologist and statistician Ronald A. Fisher in 1936. </a:t>
            </a:r>
          </a:p>
          <a:p>
            <a:r>
              <a:rPr lang="en-US" dirty="0"/>
              <a:t>The dataset consists of 150 samples of iris flowers from three species:</a:t>
            </a:r>
          </a:p>
          <a:p>
            <a:r>
              <a:rPr lang="en-US" dirty="0"/>
              <a:t>Iris </a:t>
            </a:r>
            <a:r>
              <a:rPr lang="en-US" dirty="0" err="1"/>
              <a:t>setosa</a:t>
            </a:r>
            <a:endParaRPr lang="en-US" dirty="0"/>
          </a:p>
          <a:p>
            <a:r>
              <a:rPr lang="en-US" dirty="0"/>
              <a:t>Iris versicolor</a:t>
            </a:r>
          </a:p>
          <a:p>
            <a:r>
              <a:rPr lang="en-US" dirty="0"/>
              <a:t>Iris virginica</a:t>
            </a:r>
          </a:p>
          <a:p>
            <a:r>
              <a:rPr lang="en-US" dirty="0"/>
              <a:t>For each flower, four features (measurements in centimeters) are recorded:</a:t>
            </a:r>
          </a:p>
          <a:p>
            <a:r>
              <a:rPr lang="en-US" dirty="0"/>
              <a:t>Sepal length</a:t>
            </a:r>
          </a:p>
          <a:p>
            <a:r>
              <a:rPr lang="en-US" dirty="0"/>
              <a:t>Sepal width</a:t>
            </a:r>
          </a:p>
          <a:p>
            <a:r>
              <a:rPr lang="en-US" dirty="0"/>
              <a:t>Petal length</a:t>
            </a:r>
          </a:p>
          <a:p>
            <a:r>
              <a:rPr lang="en-US" dirty="0"/>
              <a:t>Petal width</a:t>
            </a:r>
          </a:p>
          <a:p>
            <a:pPr marL="0" indent="0">
              <a:buNone/>
            </a:pPr>
            <a:r>
              <a:rPr lang="en-US" b="1" dirty="0"/>
              <a:t>The goal is often to build models that classify the species based on these features.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04071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114E8B-3A77-561B-3EDE-F92FD06F6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1157287"/>
            <a:ext cx="1214437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91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932C-2BE8-E04E-45CD-2B11891A5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889" y="415276"/>
            <a:ext cx="9228221" cy="630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07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B082A-E5D8-3BB5-016B-47B4A282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C78F7-BC82-0655-584D-B0A462A1B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747" y="1539184"/>
            <a:ext cx="7821116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64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9A933-E157-4CE9-FFA5-A5CF65739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63D78-A585-E8FE-2A9B-96930C821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LA, P&amp;S, and Calculus for understanding </a:t>
            </a:r>
          </a:p>
          <a:p>
            <a:r>
              <a:rPr lang="en-IN" dirty="0"/>
              <a:t>Three views of the dataset:  Algebraic view, Statistical View, and Geometric View</a:t>
            </a:r>
          </a:p>
          <a:p>
            <a:r>
              <a:rPr lang="en-IN" dirty="0"/>
              <a:t>Statistics-100 Years</a:t>
            </a:r>
          </a:p>
          <a:p>
            <a:r>
              <a:rPr lang="en-IN" dirty="0"/>
              <a:t>Yahoo Directory-Human Curators– Web Page Classification</a:t>
            </a:r>
          </a:p>
          <a:p>
            <a:r>
              <a:rPr lang="en-IN" dirty="0"/>
              <a:t>Requirement:  Early 1990’s: Computationally Fast </a:t>
            </a:r>
          </a:p>
          <a:p>
            <a:r>
              <a:rPr lang="en-IN" dirty="0"/>
              <a:t>Volmert: Data warehouses- OLAP</a:t>
            </a:r>
          </a:p>
          <a:p>
            <a:r>
              <a:rPr lang="en-IN" dirty="0"/>
              <a:t>Company: Business trends, Real-time </a:t>
            </a:r>
          </a:p>
          <a:p>
            <a:r>
              <a:rPr lang="en-IN" dirty="0"/>
              <a:t>Store Organization-Consumer Behaviour Amazon…</a:t>
            </a:r>
          </a:p>
        </p:txBody>
      </p:sp>
    </p:spTree>
    <p:extLst>
      <p:ext uri="{BB962C8B-B14F-4D97-AF65-F5344CB8AC3E}">
        <p14:creationId xmlns:p14="http://schemas.microsoft.com/office/powerpoint/2010/main" val="3460503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9C3E-B76F-DF01-64EC-B744353B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033BC-B47C-96BE-E6AF-222FDBD70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Task-1</a:t>
            </a:r>
          </a:p>
          <a:p>
            <a:pPr marL="0" indent="0">
              <a:buNone/>
            </a:pPr>
            <a:r>
              <a:rPr lang="en-IN" dirty="0"/>
              <a:t>Generate a Data matrix for the following:</a:t>
            </a:r>
          </a:p>
          <a:p>
            <a:r>
              <a:rPr lang="en-US" sz="2600" dirty="0"/>
              <a:t>The warden wants to analyze what types of items students frequently purchase from the hostel store to manage inventory better and identify demand patterns.</a:t>
            </a:r>
          </a:p>
          <a:p>
            <a:r>
              <a:rPr lang="en-US" sz="2600" dirty="0"/>
              <a:t>An institute wants to analyze the academic performance of students across multiple subjects.</a:t>
            </a:r>
          </a:p>
          <a:p>
            <a:r>
              <a:rPr lang="en-US" sz="2600" dirty="0"/>
              <a:t>Analyzing the sentiment of student reviews about hostel facilities.</a:t>
            </a:r>
          </a:p>
          <a:p>
            <a:r>
              <a:rPr lang="en-US" sz="2600" dirty="0"/>
              <a:t>Classifying cleanliness levels in hostel rooms from photos.</a:t>
            </a:r>
          </a:p>
          <a:p>
            <a:r>
              <a:rPr lang="en-US" sz="2600" dirty="0"/>
              <a:t>Analyzing complaints recorded via voice in the hostel.</a:t>
            </a:r>
          </a:p>
          <a:p>
            <a:r>
              <a:rPr lang="en-IN" sz="2600" dirty="0"/>
              <a:t>Monitoring student participation in hostel events via video footage.</a:t>
            </a:r>
          </a:p>
          <a:p>
            <a:r>
              <a:rPr lang="en-US" sz="2600" dirty="0"/>
              <a:t>Forecasting daily food consumption in a hostel mess for 50 students over 7 days.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194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3158</TotalTime>
  <Words>339</Words>
  <Application>Microsoft Office PowerPoint</Application>
  <PresentationFormat>Widescreen</PresentationFormat>
  <Paragraphs>65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INTRODUCTION</vt:lpstr>
      <vt:lpstr>General Flow </vt:lpstr>
      <vt:lpstr>Data Mining </vt:lpstr>
      <vt:lpstr>Data Size and Usage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Variables and cases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</vt:lpstr>
      <vt:lpstr>Iris Data set</vt:lpstr>
      <vt:lpstr>PowerPoint Presentation</vt:lpstr>
      <vt:lpstr>PowerPoint Presentation</vt:lpstr>
      <vt:lpstr>Data Matrix</vt:lpstr>
      <vt:lpstr>Three Views</vt:lpstr>
      <vt:lpstr>Example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P Sunil Kumar</dc:creator>
  <cp:lastModifiedBy>Sri P Sunil Kumar</cp:lastModifiedBy>
  <cp:revision>5</cp:revision>
  <dcterms:created xsi:type="dcterms:W3CDTF">2025-05-30T10:31:59Z</dcterms:created>
  <dcterms:modified xsi:type="dcterms:W3CDTF">2025-07-01T16:39:42Z</dcterms:modified>
</cp:coreProperties>
</file>