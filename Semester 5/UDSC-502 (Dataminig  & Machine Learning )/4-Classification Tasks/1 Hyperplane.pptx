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21a1492c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21a1492c5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21a1492c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721a1492c5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211822b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211822b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211822b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211822b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211822bf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211822bf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23758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HYPERPLANES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85175" y="9089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AUM SRI SAIRAM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3225" y="649813"/>
            <a:ext cx="6937550" cy="384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/>
          <p:nvPr/>
        </p:nvSpPr>
        <p:spPr>
          <a:xfrm>
            <a:off x="327992" y="2571750"/>
            <a:ext cx="844800" cy="29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4149587" y="4553321"/>
            <a:ext cx="844800" cy="29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219" y="656957"/>
            <a:ext cx="6987563" cy="382958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/>
          <p:nvPr/>
        </p:nvSpPr>
        <p:spPr>
          <a:xfrm>
            <a:off x="327992" y="2571750"/>
            <a:ext cx="844800" cy="29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4149587" y="4553321"/>
            <a:ext cx="844800" cy="29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75" y="500427"/>
            <a:ext cx="8343900" cy="38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00" y="528625"/>
            <a:ext cx="7496175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 txBox="1"/>
          <p:nvPr/>
        </p:nvSpPr>
        <p:spPr>
          <a:xfrm>
            <a:off x="793575" y="4599750"/>
            <a:ext cx="6142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Position and Orientation of a hyperplane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964476" cy="27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0050" y="2777500"/>
            <a:ext cx="2768776" cy="206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0"/>
          <p:cNvSpPr txBox="1"/>
          <p:nvPr/>
        </p:nvSpPr>
        <p:spPr>
          <a:xfrm>
            <a:off x="470275" y="2806875"/>
            <a:ext cx="13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Example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925" y="2777500"/>
            <a:ext cx="4225325" cy="18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