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WWG6D9vWjlshpS5U6o62RRHRG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BFE23F-C952-4DA4-9A92-8BDF2C67C0F9}">
  <a:tblStyle styleId="{1FBFE23F-C952-4DA4-9A92-8BDF2C67C0F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3a020bc4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3a020bc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277812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Hyperplanes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1122363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Aum Sri Sairam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g373a020bc48_0_0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{1FBFE23F-C952-4DA4-9A92-8BDF2C67C0F9}</a:tableStyleId>
              </a:tblPr>
              <a:tblGrid>
                <a:gridCol w="3665300"/>
                <a:gridCol w="3329700"/>
                <a:gridCol w="4129900"/>
              </a:tblGrid>
              <a:tr h="124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Space Dimension (d)</a:t>
                      </a:r>
                      <a:endParaRPr b="1"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Hyperplane Shape</a:t>
                      </a:r>
                      <a:endParaRPr b="1"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Hyperplane Dimension</a:t>
                      </a:r>
                      <a:endParaRPr b="1" sz="2100"/>
                    </a:p>
                  </a:txBody>
                  <a:tcPr marT="91425" marB="91425" marR="91425" marL="91425"/>
                </a:tc>
              </a:tr>
              <a:tr h="86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1D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Point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0</a:t>
                      </a:r>
                      <a:endParaRPr sz="2300"/>
                    </a:p>
                  </a:txBody>
                  <a:tcPr marT="91425" marB="91425" marR="91425" marL="91425"/>
                </a:tc>
              </a:tr>
              <a:tr h="86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2D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Line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1</a:t>
                      </a:r>
                      <a:endParaRPr sz="2300"/>
                    </a:p>
                  </a:txBody>
                  <a:tcPr marT="91425" marB="91425" marR="91425" marL="91425"/>
                </a:tc>
              </a:tr>
              <a:tr h="86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3D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Plane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2</a:t>
                      </a:r>
                      <a:endParaRPr sz="2300"/>
                    </a:p>
                  </a:txBody>
                  <a:tcPr marT="91425" marB="91425" marR="91425" marL="91425"/>
                </a:tc>
              </a:tr>
              <a:tr h="86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4D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3D Volume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3</a:t>
                      </a:r>
                      <a:endParaRPr sz="2300"/>
                    </a:p>
                  </a:txBody>
                  <a:tcPr marT="91425" marB="91425" marR="91425" marL="91425"/>
                </a:tc>
              </a:tr>
              <a:tr h="132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d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d-1 Dim Obect</a:t>
                      </a:r>
                      <a:endParaRPr sz="2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/>
                        <a:t>d-1</a:t>
                      </a:r>
                      <a:endParaRPr sz="2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122" y="596389"/>
            <a:ext cx="10494930" cy="5552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989" y="218077"/>
            <a:ext cx="10560722" cy="3200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3350" y="3038440"/>
            <a:ext cx="5710586" cy="3562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9185" y="3419060"/>
            <a:ext cx="4944165" cy="943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524" y="1073427"/>
            <a:ext cx="11248172" cy="4465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2025-07-24T08:57:06Z</dcterms:created>
  <dc:creator>Sri P Sunil Kumar</dc:creator>
</cp:coreProperties>
</file>