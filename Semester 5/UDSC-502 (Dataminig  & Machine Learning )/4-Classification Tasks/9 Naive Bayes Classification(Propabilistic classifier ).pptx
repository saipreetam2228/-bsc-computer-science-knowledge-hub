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9ldTlDJ8Lcv/smMS0kBAzEvqd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b3ede3ae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b3ede3a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b3ede3aed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b3ede3ae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3ede3ae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b3ede3a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3ede3ae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b3ede3ae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3ede3ae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3ede3ae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b3ede3ae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b3ede3ae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b3ede3ae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b3ede3ae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b3ede3aed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b3ede3ae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b3ede3aed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b3ede3ae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b3ede3aed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b3ede3ae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b3ede3aed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b3ede3ae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b3ede3aed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b3ede3ae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b3ede3aed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b3ede3ae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b3ede3aed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Naive Bayes Classifier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043" y="354397"/>
            <a:ext cx="11542348" cy="608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7b3ede3aed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75" y="984100"/>
            <a:ext cx="10233075" cy="5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b3ede3aed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50" y="752100"/>
            <a:ext cx="10497550" cy="47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7b3ede3ae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400" y="982775"/>
            <a:ext cx="10905200" cy="44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7b3ede3aed_0_10"/>
          <p:cNvSpPr txBox="1"/>
          <p:nvPr/>
        </p:nvSpPr>
        <p:spPr>
          <a:xfrm>
            <a:off x="984100" y="5274175"/>
            <a:ext cx="1025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Posterior can be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calculated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parametric and Non-parametric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7b3ede3aed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00" y="1567050"/>
            <a:ext cx="10987025" cy="43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7b3ede3aed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50" y="952000"/>
            <a:ext cx="10428850" cy="52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7b3ede3aed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25" y="1059625"/>
            <a:ext cx="11595751" cy="43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7b3ede3aed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375" y="792813"/>
            <a:ext cx="9189849" cy="52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3ede3aed_0_6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Naive Bayes→Important Assumption→ Independent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96" y="374330"/>
            <a:ext cx="11142689" cy="5989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7078"/>
            <a:ext cx="12071888" cy="602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97" y="429248"/>
            <a:ext cx="10729106" cy="595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976" y="530087"/>
            <a:ext cx="10817189" cy="5509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617" y="337663"/>
            <a:ext cx="10644978" cy="6116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858" y="596347"/>
            <a:ext cx="11239462" cy="5751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b3ede3aed_0_3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7b3ede3aed_0_3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b3ede3aed_0_3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7b3ede3aed_0_3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b3ede3aed_0_4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7b3ede3aed_0_4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712" y="251576"/>
            <a:ext cx="9244107" cy="612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53" y="414631"/>
            <a:ext cx="10772755" cy="593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417" y="355136"/>
            <a:ext cx="9766853" cy="5914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325" y="914049"/>
            <a:ext cx="8411749" cy="5029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 txBox="1"/>
          <p:nvPr>
            <p:ph type="title"/>
          </p:nvPr>
        </p:nvSpPr>
        <p:spPr>
          <a:xfrm>
            <a:off x="944217" y="30155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Jai Sairam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2025-02-03T04:32:32Z</dcterms:created>
  <dc:creator>PSK</dc:creator>
</cp:coreProperties>
</file>