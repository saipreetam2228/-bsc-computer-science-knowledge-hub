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BF9B1-5612-4D02-B248-7CD25915D46F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DE2F1-190D-4773-B05D-3ACE7785B5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8058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BF9B1-5612-4D02-B248-7CD25915D46F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DE2F1-190D-4773-B05D-3ACE7785B5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1220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BF9B1-5612-4D02-B248-7CD25915D46F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DE2F1-190D-4773-B05D-3ACE7785B5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880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BF9B1-5612-4D02-B248-7CD25915D46F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DE2F1-190D-4773-B05D-3ACE7785B5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451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BF9B1-5612-4D02-B248-7CD25915D46F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DE2F1-190D-4773-B05D-3ACE7785B5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513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BF9B1-5612-4D02-B248-7CD25915D46F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DE2F1-190D-4773-B05D-3ACE7785B5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4388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BF9B1-5612-4D02-B248-7CD25915D46F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DE2F1-190D-4773-B05D-3ACE7785B5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736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BF9B1-5612-4D02-B248-7CD25915D46F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DE2F1-190D-4773-B05D-3ACE7785B5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804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BF9B1-5612-4D02-B248-7CD25915D46F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DE2F1-190D-4773-B05D-3ACE7785B5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085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BF9B1-5612-4D02-B248-7CD25915D46F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DE2F1-190D-4773-B05D-3ACE7785B5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8929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BF9B1-5612-4D02-B248-7CD25915D46F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DE2F1-190D-4773-B05D-3ACE7785B5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539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8BF9B1-5612-4D02-B248-7CD25915D46F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DE2F1-190D-4773-B05D-3ACE7785B5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9686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Liner Programming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Solution using </a:t>
            </a:r>
            <a:r>
              <a:rPr lang="en-US" dirty="0" err="1" smtClean="0"/>
              <a:t>scipy.optimization.linprog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5612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678" y="1381958"/>
            <a:ext cx="6763694" cy="352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594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27" y="572647"/>
            <a:ext cx="4296375" cy="29531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7382" y="1136218"/>
            <a:ext cx="3658111" cy="60015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7382" y="2004632"/>
            <a:ext cx="2105319" cy="3715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4000" y="3427245"/>
            <a:ext cx="3229426" cy="67636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027" y="3014823"/>
            <a:ext cx="1733792" cy="27626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02938" y="3005297"/>
            <a:ext cx="2286319" cy="28579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5575" y="2860674"/>
            <a:ext cx="5811061" cy="344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49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629" y="1008257"/>
            <a:ext cx="6668431" cy="449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080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428" y="2792862"/>
            <a:ext cx="6946286" cy="873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569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Widescreen</PresentationFormat>
  <Paragraphs>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Liner Programming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Liner Programming</dc:title>
  <dc:creator>Faculty</dc:creator>
  <cp:lastModifiedBy>Faculty</cp:lastModifiedBy>
  <cp:revision>1</cp:revision>
  <dcterms:created xsi:type="dcterms:W3CDTF">2025-09-12T08:12:16Z</dcterms:created>
  <dcterms:modified xsi:type="dcterms:W3CDTF">2025-09-12T08:12:38Z</dcterms:modified>
</cp:coreProperties>
</file>