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6" r:id="rId2"/>
    <p:sldId id="257" r:id="rId3"/>
    <p:sldId id="259" r:id="rId4"/>
    <p:sldId id="271" r:id="rId5"/>
    <p:sldId id="260" r:id="rId6"/>
    <p:sldId id="272" r:id="rId7"/>
    <p:sldId id="267" r:id="rId8"/>
    <p:sldId id="273" r:id="rId9"/>
    <p:sldId id="263" r:id="rId10"/>
    <p:sldId id="270" r:id="rId11"/>
    <p:sldId id="275" r:id="rId12"/>
    <p:sldId id="265" r:id="rId13"/>
    <p:sldId id="276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wayam" initials="S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680" autoAdjust="0"/>
  </p:normalViewPr>
  <p:slideViewPr>
    <p:cSldViewPr>
      <p:cViewPr>
        <p:scale>
          <a:sx n="90" d="100"/>
          <a:sy n="90" d="100"/>
        </p:scale>
        <p:origin x="-1210" y="-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58127-18DE-434F-B98A-2CE1DD9AEEAB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0CFBC-84DE-4739-8D7F-CD4B47018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194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0CFBC-84DE-4739-8D7F-CD4B470185B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48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0CFBC-84DE-4739-8D7F-CD4B470185B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796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0CFBC-84DE-4739-8D7F-CD4B470185B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379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0CFBC-84DE-4739-8D7F-CD4B470185B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12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0CFBC-84DE-4739-8D7F-CD4B470185B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028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0CFBC-84DE-4739-8D7F-CD4B470185B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368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80CFBC-84DE-4739-8D7F-CD4B470185B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052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1194100" y="2887531"/>
            <a:ext cx="6779111" cy="923330"/>
            <a:chOff x="1172584" y="1381459"/>
            <a:chExt cx="6779110" cy="923329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2" y="1387737"/>
            <a:ext cx="6777319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5" y="1392217"/>
            <a:ext cx="6779111" cy="923330"/>
            <a:chOff x="1172584" y="1381459"/>
            <a:chExt cx="6779110" cy="923329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5" y="2887579"/>
            <a:ext cx="6779111" cy="923330"/>
            <a:chOff x="1172584" y="1381459"/>
            <a:chExt cx="6779110" cy="923329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1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9" y="3767317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5" y="1392217"/>
            <a:ext cx="6779111" cy="923330"/>
            <a:chOff x="1172584" y="1381459"/>
            <a:chExt cx="6779110" cy="923329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1" y="2240280"/>
            <a:ext cx="3442447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7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1172585" y="1392217"/>
            <a:ext cx="6779111" cy="923330"/>
            <a:chOff x="1172584" y="1381459"/>
            <a:chExt cx="6779110" cy="923329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1172585" y="1392217"/>
            <a:ext cx="6779111" cy="923330"/>
            <a:chOff x="1172584" y="1381459"/>
            <a:chExt cx="6779110" cy="923329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80" y="1678196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9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80" y="3603813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2" y="4668819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3" y="666966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7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>
            <a:off x="1172585" y="1392217"/>
            <a:ext cx="6779111" cy="923330"/>
            <a:chOff x="1172584" y="1381459"/>
            <a:chExt cx="6779110" cy="923329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1" y="559399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1" y="2880824"/>
            <a:ext cx="5480154" cy="923330"/>
            <a:chOff x="1815339" y="1381458"/>
            <a:chExt cx="5480154" cy="923329"/>
          </a:xfrm>
        </p:grpSpPr>
        <p:sp>
          <p:nvSpPr>
            <p:cNvPr id="12" name="TextBox 11"/>
            <p:cNvSpPr txBox="1"/>
            <p:nvPr/>
          </p:nvSpPr>
          <p:spPr>
            <a:xfrm>
              <a:off x="4147072" y="1381458"/>
              <a:ext cx="877163" cy="923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1" y="570157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9" y="2248348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9" y="616144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B4DE80A-3908-4E85-8EC4-3209646536E8}" type="datetimeFigureOut">
              <a:rPr lang="en-IN" smtClean="0"/>
              <a:t>25-09-2023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1D99B9-8E26-452F-8E53-56DFB0C163E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/>
          <a:stretch>
            <a:fillRect t="-48000" b="-4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7625" y="1556793"/>
            <a:ext cx="6777319" cy="1731982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Gana Lola</a:t>
            </a:r>
            <a:endParaRPr lang="en-IN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1752600"/>
          </a:xfrm>
        </p:spPr>
        <p:txBody>
          <a:bodyPr>
            <a:normAutofit/>
          </a:bodyPr>
          <a:lstStyle/>
          <a:p>
            <a:r>
              <a:rPr lang="en-IN" sz="2800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 </a:t>
            </a:r>
            <a:r>
              <a:rPr lang="en-IN" sz="2800" b="1" dirty="0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Chapter-4 </a:t>
            </a:r>
            <a:endParaRPr lang="en-IN" sz="28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554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5" t="-1" r="-328" b="-617"/>
          <a:stretch/>
        </p:blipFill>
        <p:spPr>
          <a:xfrm rot="360000">
            <a:off x="468559" y="481926"/>
            <a:ext cx="4284109" cy="60404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92081" y="1844825"/>
            <a:ext cx="3387163" cy="3945973"/>
          </a:xfrm>
        </p:spPr>
        <p:txBody>
          <a:bodyPr>
            <a:normAutofit/>
          </a:bodyPr>
          <a:lstStyle/>
          <a:p>
            <a:r>
              <a:rPr lang="en-IN" sz="2400" b="1" dirty="0" smtClean="0">
                <a:latin typeface="Dubai Medium" pitchFamily="34" charset="-78"/>
                <a:cs typeface="Dubai Medium" pitchFamily="34" charset="-78"/>
              </a:rPr>
              <a:t>“Those Who Heard His sweet voice spread the news that a fine musician has come to town. ‘Prayer Songs’ at functions like public meetings became his monopoly thereafter”</a:t>
            </a:r>
            <a:endParaRPr lang="en-IN" sz="2400" b="1" dirty="0">
              <a:latin typeface="Dubai Medium" pitchFamily="34" charset="-78"/>
              <a:cs typeface="Dubai Medium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7859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>
                <a:latin typeface="Dubai Medium" pitchFamily="34" charset="-78"/>
                <a:cs typeface="Dubai Medium" pitchFamily="34" charset="-78"/>
              </a:rPr>
              <a:t>Sheshama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Raju, </a:t>
            </a:r>
            <a:r>
              <a:rPr lang="en-GB" sz="2200" dirty="0">
                <a:latin typeface="Dubai Medium" pitchFamily="34" charset="-78"/>
                <a:cs typeface="Dubai Medium" pitchFamily="34" charset="-78"/>
              </a:rPr>
              <a:t>the elder brother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marries the daughter of </a:t>
            </a:r>
            <a:r>
              <a:rPr lang="en-GB" sz="2200" dirty="0">
                <a:latin typeface="Dubai Medium" pitchFamily="34" charset="-78"/>
                <a:cs typeface="Dubai Medium" pitchFamily="34" charset="-78"/>
              </a:rPr>
              <a:t>Pashupati S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ubba Raju</a:t>
            </a:r>
          </a:p>
          <a:p>
            <a:endParaRPr lang="en-IN" sz="2200" dirty="0">
              <a:latin typeface="Dubai Medium" pitchFamily="34" charset="-78"/>
              <a:cs typeface="Dubai Medium" pitchFamily="34" charset="-78"/>
            </a:endParaRPr>
          </a:p>
          <a:p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Swami </a:t>
            </a:r>
            <a:r>
              <a:rPr lang="en-GB" sz="2200" dirty="0">
                <a:latin typeface="Dubai Medium" pitchFamily="34" charset="-78"/>
                <a:cs typeface="Dubai Medium" pitchFamily="34" charset="-78"/>
              </a:rPr>
              <a:t>had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decided </a:t>
            </a:r>
            <a:r>
              <a:rPr lang="en-GB" sz="2200" dirty="0">
                <a:latin typeface="Dubai Medium" pitchFamily="34" charset="-78"/>
                <a:cs typeface="Dubai Medium" pitchFamily="34" charset="-78"/>
              </a:rPr>
              <a:t>to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go to </a:t>
            </a:r>
            <a:r>
              <a:rPr lang="en-GB" sz="2200" u="sng" dirty="0" smtClean="0">
                <a:latin typeface="Dubai Medium" pitchFamily="34" charset="-78"/>
                <a:cs typeface="Dubai Medium" pitchFamily="34" charset="-78"/>
              </a:rPr>
              <a:t>Kamalapur.</a:t>
            </a:r>
          </a:p>
          <a:p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r>
              <a:rPr lang="en-GB" sz="2200" dirty="0">
                <a:latin typeface="Dubai Medium" pitchFamily="34" charset="-78"/>
                <a:cs typeface="Dubai Medium" pitchFamily="34" charset="-78"/>
              </a:rPr>
              <a:t>His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parents wanted him to become an officer</a:t>
            </a:r>
            <a:endParaRPr lang="en-IN" sz="2200" dirty="0"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Dubai Medium" pitchFamily="34" charset="-78"/>
              </a:rPr>
              <a:t>Swami’s Brother 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Dubai Medium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1744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664" y="1418197"/>
            <a:ext cx="7754713" cy="1910716"/>
          </a:xfrm>
        </p:spPr>
        <p:txBody>
          <a:bodyPr/>
          <a:lstStyle/>
          <a:p>
            <a:pPr algn="l"/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itchFamily="34" charset="-78"/>
                <a:cs typeface="Dubai Medium" pitchFamily="34" charset="-78"/>
              </a:rPr>
              <a:t>Question 1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7665" y="4005064"/>
            <a:ext cx="6264696" cy="1500187"/>
          </a:xfrm>
        </p:spPr>
        <p:txBody>
          <a:bodyPr>
            <a:normAutofit/>
          </a:bodyPr>
          <a:lstStyle/>
          <a:p>
            <a:pPr algn="l"/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Where did Swami decide to go for his higher learning?</a:t>
            </a:r>
          </a:p>
          <a:p>
            <a:pPr algn="l"/>
            <a:endParaRPr lang="en-IN" sz="2400" dirty="0">
              <a:latin typeface="Dubai Medium" pitchFamily="34" charset="-78"/>
              <a:cs typeface="Dubai Medium" pitchFamily="34" charset="-78"/>
            </a:endParaRPr>
          </a:p>
          <a:p>
            <a:pPr algn="l"/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  <p:pic>
        <p:nvPicPr>
          <p:cNvPr id="1027" name="Picture 3" descr="C:\Users\swayam1\Desktop\Cloud\Awarness\Swami's Pics\photos\writing\b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76672"/>
            <a:ext cx="2016224" cy="285224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/>
          <p:cNvSpPr txBox="1">
            <a:spLocks/>
          </p:cNvSpPr>
          <p:nvPr/>
        </p:nvSpPr>
        <p:spPr>
          <a:xfrm>
            <a:off x="1547664" y="5031021"/>
            <a:ext cx="3910631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 dirty="0" smtClean="0">
                <a:latin typeface="Dubai Medium" pitchFamily="34" charset="-78"/>
                <a:cs typeface="Dubai Medium" pitchFamily="34" charset="-78"/>
              </a:rPr>
              <a:t>Answer:  </a:t>
            </a:r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Kamalapur </a:t>
            </a:r>
          </a:p>
          <a:p>
            <a:pPr algn="l"/>
            <a:endParaRPr lang="en-IN" sz="2400" dirty="0" smtClean="0">
              <a:latin typeface="Dubai Medium" pitchFamily="34" charset="-78"/>
              <a:cs typeface="Dubai Medium" pitchFamily="34" charset="-78"/>
            </a:endParaRPr>
          </a:p>
          <a:p>
            <a:pPr algn="l"/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6242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2132856"/>
            <a:ext cx="7761185" cy="3988964"/>
          </a:xfrm>
        </p:spPr>
        <p:txBody>
          <a:bodyPr>
            <a:noAutofit/>
          </a:bodyPr>
          <a:lstStyle/>
          <a:p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Swami was “a quiet and well behaved boy” </a:t>
            </a:r>
          </a:p>
          <a:p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r>
              <a:rPr lang="en-GB" sz="2200" dirty="0">
                <a:latin typeface="Dubai Medium" pitchFamily="34" charset="-78"/>
                <a:cs typeface="Dubai Medium" pitchFamily="34" charset="-78"/>
              </a:rPr>
              <a:t>He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was a proficient singer</a:t>
            </a:r>
          </a:p>
          <a:p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The Scoutmaster was anxious about swami joining the troop</a:t>
            </a:r>
          </a:p>
          <a:p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The scoutmaster incentivized swami directly and through his friends to get him on-board the troop</a:t>
            </a:r>
          </a:p>
          <a:p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To demonstrate and inspire his friends about </a:t>
            </a:r>
            <a:r>
              <a:rPr lang="en-GB" sz="2200" dirty="0" err="1" smtClean="0">
                <a:latin typeface="Dubai Medium" pitchFamily="34" charset="-78"/>
                <a:cs typeface="Dubai Medium" pitchFamily="34" charset="-78"/>
              </a:rPr>
              <a:t>Seva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 and </a:t>
            </a:r>
            <a:r>
              <a:rPr lang="en-GB" sz="2200" dirty="0" err="1">
                <a:latin typeface="Dubai Medium" pitchFamily="34" charset="-78"/>
                <a:cs typeface="Dubai Medium" pitchFamily="34" charset="-78"/>
              </a:rPr>
              <a:t>P</a:t>
            </a:r>
            <a:r>
              <a:rPr lang="en-GB" sz="2200" dirty="0" err="1" smtClean="0">
                <a:latin typeface="Dubai Medium" pitchFamily="34" charset="-78"/>
                <a:cs typeface="Dubai Medium" pitchFamily="34" charset="-78"/>
              </a:rPr>
              <a:t>rema</a:t>
            </a:r>
            <a:r>
              <a:rPr lang="en-GB" sz="2200" dirty="0">
                <a:latin typeface="Dubai Medium" pitchFamily="34" charset="-78"/>
                <a:cs typeface="Dubai Medium" pitchFamily="34" charset="-78"/>
              </a:rPr>
              <a:t>,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 </a:t>
            </a:r>
            <a:r>
              <a:rPr lang="en-GB" sz="2200" dirty="0">
                <a:latin typeface="Dubai Medium" pitchFamily="34" charset="-78"/>
                <a:cs typeface="Dubai Medium" pitchFamily="34" charset="-78"/>
              </a:rPr>
              <a:t>S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wami joined just before cattle fair at </a:t>
            </a:r>
            <a:r>
              <a:rPr lang="en-GB" sz="2200" u="sng" dirty="0" smtClean="0">
                <a:latin typeface="Dubai Medium" pitchFamily="34" charset="-78"/>
                <a:cs typeface="Dubai Medium" pitchFamily="34" charset="-78"/>
              </a:rPr>
              <a:t>Pushpagiri</a:t>
            </a:r>
          </a:p>
          <a:p>
            <a:endParaRPr lang="en-GB" sz="2200" dirty="0" smtClean="0">
              <a:latin typeface="Dubai Medium" pitchFamily="34" charset="-78"/>
              <a:cs typeface="Dubai Medium" pitchFamily="34" charset="-78"/>
            </a:endParaRPr>
          </a:p>
          <a:p>
            <a:endParaRPr lang="en-GB" sz="2200" dirty="0" smtClean="0">
              <a:latin typeface="Dubai Medium" pitchFamily="34" charset="-78"/>
              <a:cs typeface="Dubai Medium" pitchFamily="34" charset="-78"/>
            </a:endParaRPr>
          </a:p>
          <a:p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endParaRPr lang="en-IN" sz="2200" dirty="0">
              <a:latin typeface="Dubai Medium" pitchFamily="34" charset="-78"/>
              <a:cs typeface="Dubai Medium" pitchFamily="34" charset="-78"/>
            </a:endParaRPr>
          </a:p>
          <a:p>
            <a:endParaRPr lang="en-IN" sz="2200" dirty="0"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Dubai Medium" pitchFamily="34" charset="-78"/>
              </a:rPr>
              <a:t>Swami’s Life at School 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Dubai Medium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1054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28600" y="1196752"/>
            <a:ext cx="7754713" cy="191071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itchFamily="34" charset="-78"/>
                <a:cs typeface="Dubai Medium" pitchFamily="34" charset="-78"/>
              </a:rPr>
              <a:t>Question </a:t>
            </a: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itchFamily="34" charset="-78"/>
                <a:cs typeface="Dubai Medium" pitchFamily="34" charset="-78"/>
              </a:rPr>
              <a:t>2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9821" y="4149080"/>
            <a:ext cx="6696744" cy="1512167"/>
          </a:xfrm>
        </p:spPr>
        <p:txBody>
          <a:bodyPr>
            <a:normAutofit/>
          </a:bodyPr>
          <a:lstStyle/>
          <a:p>
            <a:pPr algn="l"/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What did he want to inspire his friends about?</a:t>
            </a:r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854518" y="5013176"/>
            <a:ext cx="7734747" cy="15001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547664" y="5031021"/>
            <a:ext cx="3910631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 dirty="0" smtClean="0">
                <a:latin typeface="Dubai Medium" pitchFamily="34" charset="-78"/>
                <a:cs typeface="Dubai Medium" pitchFamily="34" charset="-78"/>
              </a:rPr>
              <a:t>Answer:  </a:t>
            </a:r>
            <a:r>
              <a:rPr lang="en-IN" sz="2400" dirty="0" err="1" smtClean="0">
                <a:latin typeface="Dubai Medium" pitchFamily="34" charset="-78"/>
                <a:cs typeface="Dubai Medium" pitchFamily="34" charset="-78"/>
              </a:rPr>
              <a:t>Seva</a:t>
            </a:r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 and </a:t>
            </a:r>
            <a:r>
              <a:rPr lang="en-IN" sz="2400" dirty="0" err="1" smtClean="0">
                <a:latin typeface="Dubai Medium" pitchFamily="34" charset="-78"/>
                <a:cs typeface="Dubai Medium" pitchFamily="34" charset="-78"/>
              </a:rPr>
              <a:t>Prema</a:t>
            </a:r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 </a:t>
            </a:r>
          </a:p>
          <a:p>
            <a:pPr algn="l"/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  <p:pic>
        <p:nvPicPr>
          <p:cNvPr id="2050" name="Picture 2" descr="C:\Users\swayam1\Desktop\Cloud\Awarness\Swami's Pics\BalaSai\bala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48680"/>
            <a:ext cx="2016224" cy="283652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24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56263" cy="1054250"/>
          </a:xfrm>
        </p:spPr>
        <p:txBody>
          <a:bodyPr/>
          <a:lstStyle/>
          <a:p>
            <a:r>
              <a:rPr lang="en-IN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Dubai Medium" pitchFamily="34" charset="-78"/>
              </a:rPr>
              <a:t>Swami’s Trip to Pushpagiri</a:t>
            </a:r>
            <a:endParaRPr lang="en-IN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Dubai Medium" pitchFamily="34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3568" y="2204864"/>
            <a:ext cx="3816424" cy="4248472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Swami walked as he didn’t have a pie</a:t>
            </a:r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pPr>
              <a:spcAft>
                <a:spcPts val="500"/>
              </a:spcAft>
            </a:pP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He humbly slept by the banks of the river, unluckily to find his bag missing in the morning</a:t>
            </a:r>
          </a:p>
          <a:p>
            <a:pPr>
              <a:spcAft>
                <a:spcPts val="500"/>
              </a:spcAft>
            </a:pPr>
            <a:r>
              <a:rPr lang="en-GB" sz="2200" dirty="0">
                <a:latin typeface="Dubai Medium" pitchFamily="34" charset="-78"/>
                <a:cs typeface="Dubai Medium" pitchFamily="34" charset="-78"/>
              </a:rPr>
              <a:t>He found an </a:t>
            </a:r>
            <a:r>
              <a:rPr lang="en-GB" sz="2200" dirty="0" err="1">
                <a:latin typeface="Dubai Medium" pitchFamily="34" charset="-78"/>
                <a:cs typeface="Dubai Medium" pitchFamily="34" charset="-78"/>
              </a:rPr>
              <a:t>anna</a:t>
            </a:r>
            <a:r>
              <a:rPr lang="en-GB" sz="2200" dirty="0">
                <a:latin typeface="Dubai Medium" pitchFamily="34" charset="-78"/>
                <a:cs typeface="Dubai Medium" pitchFamily="34" charset="-78"/>
              </a:rPr>
              <a:t> on the rock by the banks of the river </a:t>
            </a:r>
          </a:p>
          <a:p>
            <a:pPr>
              <a:spcAft>
                <a:spcPts val="500"/>
              </a:spcAft>
            </a:pPr>
            <a:r>
              <a:rPr lang="en-GB" sz="2200" dirty="0">
                <a:latin typeface="Dubai Medium" pitchFamily="34" charset="-78"/>
                <a:cs typeface="Dubai Medium" pitchFamily="34" charset="-78"/>
              </a:rPr>
              <a:t>He took the coin to a man who sat in front of a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contraption</a:t>
            </a:r>
            <a:endParaRPr lang="en-GB" sz="2200" dirty="0"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932040" y="2276872"/>
            <a:ext cx="3803904" cy="3877056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He earned 12 rupees that would be sufficient for him</a:t>
            </a:r>
          </a:p>
          <a:p>
            <a:pPr>
              <a:spcAft>
                <a:spcPts val="500"/>
              </a:spcAft>
            </a:pP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Swami  </a:t>
            </a:r>
            <a:r>
              <a:rPr lang="en-GB" sz="2200" dirty="0">
                <a:latin typeface="Dubai Medium" pitchFamily="34" charset="-78"/>
                <a:cs typeface="Dubai Medium" pitchFamily="34" charset="-78"/>
              </a:rPr>
              <a:t>sold his old class book to a poor boy not for 12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rupees but 5 rupees</a:t>
            </a:r>
          </a:p>
          <a:p>
            <a:pPr>
              <a:spcAft>
                <a:spcPts val="500"/>
              </a:spcAft>
            </a:pPr>
            <a:r>
              <a:rPr lang="en-GB" sz="2200" dirty="0">
                <a:latin typeface="Dubai Medium" pitchFamily="34" charset="-78"/>
                <a:cs typeface="Dubai Medium" pitchFamily="34" charset="-78"/>
              </a:rPr>
              <a:t>He walked back to Kamalapur as he had not paid to bus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fair.</a:t>
            </a:r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pPr>
              <a:spcAft>
                <a:spcPts val="500"/>
              </a:spcAft>
            </a:pP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He only required 5 rupees to travel within Pushpagiri.</a:t>
            </a:r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pPr>
              <a:spcAft>
                <a:spcPts val="500"/>
              </a:spcAft>
            </a:pPr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pPr>
              <a:spcAft>
                <a:spcPts val="500"/>
              </a:spcAft>
            </a:pPr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pPr>
              <a:spcAft>
                <a:spcPts val="500"/>
              </a:spcAft>
            </a:pPr>
            <a:endParaRPr lang="en-IN" sz="2200" dirty="0">
              <a:latin typeface="Dubai Medium" pitchFamily="34" charset="-78"/>
              <a:cs typeface="Dubai Medium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9766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6592" y="1196752"/>
            <a:ext cx="7754713" cy="191071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itchFamily="34" charset="-78"/>
                <a:cs typeface="Dubai Medium" pitchFamily="34" charset="-78"/>
              </a:rPr>
              <a:t>Question </a:t>
            </a: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itchFamily="34" charset="-78"/>
                <a:cs typeface="Dubai Medium" pitchFamily="34" charset="-78"/>
              </a:rPr>
              <a:t>3</a:t>
            </a:r>
            <a:endParaRPr lang="en-IN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1529821" y="4149080"/>
            <a:ext cx="6696744" cy="1512167"/>
          </a:xfrm>
        </p:spPr>
        <p:txBody>
          <a:bodyPr>
            <a:normAutofit/>
          </a:bodyPr>
          <a:lstStyle/>
          <a:p>
            <a:pPr algn="l"/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What did Swami find on the rock?</a:t>
            </a:r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1547664" y="5031021"/>
            <a:ext cx="3910631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 dirty="0" smtClean="0">
                <a:latin typeface="Dubai Medium" pitchFamily="34" charset="-78"/>
                <a:cs typeface="Dubai Medium" pitchFamily="34" charset="-78"/>
              </a:rPr>
              <a:t>Answer:  </a:t>
            </a:r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He found an </a:t>
            </a:r>
            <a:r>
              <a:rPr lang="en-IN" sz="2400" dirty="0" err="1" smtClean="0">
                <a:latin typeface="Dubai Medium" pitchFamily="34" charset="-78"/>
                <a:cs typeface="Dubai Medium" pitchFamily="34" charset="-78"/>
              </a:rPr>
              <a:t>anna</a:t>
            </a:r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 </a:t>
            </a:r>
          </a:p>
          <a:p>
            <a:pPr algn="l"/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1028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8028384" cy="720080"/>
          </a:xfrm>
        </p:spPr>
        <p:txBody>
          <a:bodyPr/>
          <a:lstStyle/>
          <a:p>
            <a:r>
              <a:rPr lang="en-IN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Swami’s Miracles </a:t>
            </a:r>
            <a:endParaRPr lang="en-IN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4427984" y="1700808"/>
            <a:ext cx="4484360" cy="540060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200" dirty="0">
                <a:latin typeface="Dubai Medium" pitchFamily="34" charset="-78"/>
                <a:cs typeface="Dubai Medium" pitchFamily="34" charset="-78"/>
              </a:rPr>
              <a:t>He had a miraculous power not only of feeding </a:t>
            </a:r>
            <a:r>
              <a:rPr lang="en-GB" sz="2200" dirty="0" smtClean="0">
                <a:latin typeface="Dubai Medium" pitchFamily="34" charset="-78"/>
                <a:cs typeface="Dubai Medium" pitchFamily="34" charset="-78"/>
              </a:rPr>
              <a:t>himself but others too</a:t>
            </a:r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sz="2200" dirty="0">
              <a:latin typeface="Dubai Medium" pitchFamily="34" charset="-78"/>
              <a:cs typeface="Dubai Medium" pitchFamily="34" charset="-7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200" dirty="0">
                <a:latin typeface="Dubai Medium" pitchFamily="34" charset="-78"/>
                <a:cs typeface="Dubai Medium" pitchFamily="34" charset="-78"/>
              </a:rPr>
              <a:t>He entered enthusiastically upon his task of inspiring his classmates to do selfless social service. </a:t>
            </a:r>
            <a:endParaRPr lang="en-IN" sz="2200" dirty="0">
              <a:latin typeface="Dubai Medium" pitchFamily="34" charset="-78"/>
              <a:cs typeface="Dubai Medium" pitchFamily="34" charset="-78"/>
            </a:endParaRPr>
          </a:p>
          <a:p>
            <a:endParaRPr lang="en-IN" sz="2200" dirty="0">
              <a:latin typeface="Dubai Medium" pitchFamily="34" charset="-78"/>
              <a:cs typeface="Dubai Medium" pitchFamily="34" charset="-78"/>
            </a:endParaRP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4251" r="-1342" b="2377"/>
          <a:stretch/>
        </p:blipFill>
        <p:spPr>
          <a:xfrm rot="360000">
            <a:off x="353964" y="1240523"/>
            <a:ext cx="3831220" cy="4544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973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3568" y="332656"/>
            <a:ext cx="7756263" cy="1054250"/>
          </a:xfrm>
        </p:spPr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Swami’s and </a:t>
            </a:r>
            <a:r>
              <a:rPr lang="en-I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Kote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Subbanna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Relationship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8" y="1772816"/>
            <a:ext cx="8568952" cy="864096"/>
          </a:xfrm>
        </p:spPr>
        <p:txBody>
          <a:bodyPr>
            <a:noAutofit/>
          </a:bodyPr>
          <a:lstStyle/>
          <a:p>
            <a:pPr marL="342900" indent="-342900">
              <a:buSzPct val="101000"/>
              <a:buFont typeface="Wingdings" pitchFamily="2" charset="2"/>
              <a:buChar char=""/>
            </a:pPr>
            <a:r>
              <a:rPr lang="en-GB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Dubai Medium" pitchFamily="34" charset="-78"/>
                <a:cs typeface="Dubai Medium" pitchFamily="34" charset="-78"/>
              </a:rPr>
              <a:t>He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Dubai Medium" pitchFamily="34" charset="-78"/>
                <a:cs typeface="Dubai Medium" pitchFamily="34" charset="-78"/>
              </a:rPr>
              <a:t>wrote songs for the well known merchant, Kote Subbanna</a:t>
            </a:r>
            <a:r>
              <a:rPr lang="en-GB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Dubai Medium" pitchFamily="34" charset="-78"/>
                <a:cs typeface="Dubai Medium" pitchFamily="34" charset="-78"/>
              </a:rPr>
              <a:t>.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568" y="2780928"/>
            <a:ext cx="3803904" cy="17775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 smtClean="0">
                <a:latin typeface="Dubai Medium" pitchFamily="34" charset="-78"/>
                <a:cs typeface="Dubai Medium" pitchFamily="34" charset="-78"/>
              </a:rPr>
              <a:t>Morning:</a:t>
            </a:r>
          </a:p>
          <a:p>
            <a:r>
              <a:rPr lang="en-IN" dirty="0" smtClean="0">
                <a:latin typeface="Dubai Medium" pitchFamily="34" charset="-78"/>
                <a:cs typeface="Dubai Medium" pitchFamily="34" charset="-78"/>
              </a:rPr>
              <a:t> H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e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would catch 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swami on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the way to school and 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provided information on his new article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899592" y="5085184"/>
            <a:ext cx="7560840" cy="137844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itchFamily="2" charset="2"/>
              <a:buChar char=""/>
            </a:pPr>
            <a:r>
              <a:rPr lang="en-I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Dubai Medium" pitchFamily="34" charset="-78"/>
                <a:cs typeface="Dubai Medium" pitchFamily="34" charset="-78"/>
              </a:rPr>
              <a:t>These songs were sung by the </a:t>
            </a:r>
            <a:r>
              <a:rPr lang="en-IN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Dubai Medium" pitchFamily="34" charset="-78"/>
                <a:cs typeface="Dubai Medium" pitchFamily="34" charset="-78"/>
              </a:rPr>
              <a:t>band of urchins</a:t>
            </a:r>
          </a:p>
          <a:p>
            <a:pPr marL="342900" indent="-342900" algn="l">
              <a:buFont typeface="Wingdings" pitchFamily="2" charset="2"/>
              <a:buChar char=""/>
            </a:pPr>
            <a:r>
              <a:rPr lang="en-I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Dubai Medium" pitchFamily="34" charset="-78"/>
                <a:cs typeface="Dubai Medium" pitchFamily="34" charset="-78"/>
              </a:rPr>
              <a:t>These songs started dancing on every tongue!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16" y="2780928"/>
            <a:ext cx="3799728" cy="1584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 smtClean="0">
                <a:latin typeface="Dubai Medium" pitchFamily="34" charset="-78"/>
                <a:cs typeface="Dubai Medium" pitchFamily="34" charset="-78"/>
              </a:rPr>
              <a:t>Evening: </a:t>
            </a:r>
          </a:p>
          <a:p>
            <a:r>
              <a:rPr lang="en-IN" dirty="0" smtClean="0">
                <a:latin typeface="Dubai Medium" pitchFamily="34" charset="-78"/>
                <a:cs typeface="Dubai Medium" pitchFamily="34" charset="-78"/>
              </a:rPr>
              <a:t>He wrote beautiful songs for </a:t>
            </a:r>
            <a:r>
              <a:rPr lang="en-IN" dirty="0">
                <a:latin typeface="Dubai Medium" pitchFamily="34" charset="-78"/>
                <a:cs typeface="Dubai Medium" pitchFamily="34" charset="-78"/>
              </a:rPr>
              <a:t>S</a:t>
            </a:r>
            <a:r>
              <a:rPr lang="en-IN" dirty="0" smtClean="0">
                <a:latin typeface="Dubai Medium" pitchFamily="34" charset="-78"/>
                <a:cs typeface="Dubai Medium" pitchFamily="34" charset="-78"/>
              </a:rPr>
              <a:t>ubbana </a:t>
            </a:r>
            <a:r>
              <a:rPr lang="en-IN" dirty="0" smtClean="0">
                <a:latin typeface="Dubai Medium" pitchFamily="34" charset="-78"/>
                <a:cs typeface="Dubai Medium" pitchFamily="34" charset="-78"/>
              </a:rPr>
              <a:t>by evening</a:t>
            </a:r>
          </a:p>
          <a:p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Swami was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ready with an attractive song , 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stuff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in poetry.</a:t>
            </a:r>
            <a:endParaRPr lang="en-IN" dirty="0">
              <a:latin typeface="Dubai Medium" pitchFamily="34" charset="-78"/>
              <a:cs typeface="Dubai Medium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1787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6592" y="1196752"/>
            <a:ext cx="7754713" cy="191071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itchFamily="34" charset="-78"/>
                <a:cs typeface="Dubai Medium" pitchFamily="34" charset="-78"/>
              </a:rPr>
              <a:t>Question </a:t>
            </a: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itchFamily="34" charset="-78"/>
                <a:cs typeface="Dubai Medium" pitchFamily="34" charset="-78"/>
              </a:rPr>
              <a:t>4</a:t>
            </a:r>
            <a:endParaRPr lang="en-IN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1529821" y="4149080"/>
            <a:ext cx="6696744" cy="1512167"/>
          </a:xfrm>
        </p:spPr>
        <p:txBody>
          <a:bodyPr>
            <a:normAutofit/>
          </a:bodyPr>
          <a:lstStyle/>
          <a:p>
            <a:pPr algn="l"/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Who sung the songs? </a:t>
            </a:r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547664" y="5031021"/>
            <a:ext cx="3910631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 dirty="0" smtClean="0">
                <a:latin typeface="Dubai Medium" pitchFamily="34" charset="-78"/>
                <a:cs typeface="Dubai Medium" pitchFamily="34" charset="-78"/>
              </a:rPr>
              <a:t>Answer: </a:t>
            </a:r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The band of urchins</a:t>
            </a:r>
          </a:p>
          <a:p>
            <a:pPr algn="l"/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  <p:pic>
        <p:nvPicPr>
          <p:cNvPr id="1027" name="Picture 3" descr="C:\Users\swayam1\Desktop\Cloud\Awarness\Swami's Pics\photos\gallery08\s (59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908720"/>
            <a:ext cx="3069428" cy="22322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4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The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large number of public receptions and Pooja they organised to 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“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B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ala Sai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” after his return to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P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uttaparthi.</a:t>
            </a:r>
          </a:p>
          <a:p>
            <a:endParaRPr lang="en-GB" dirty="0">
              <a:latin typeface="Dubai Medium" pitchFamily="34" charset="-78"/>
              <a:cs typeface="Dubai Medium" pitchFamily="34" charset="-78"/>
            </a:endParaRPr>
          </a:p>
          <a:p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His brother completed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his 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training, posted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as a 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teacher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at the high school at 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Ur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avakonda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.</a:t>
            </a:r>
          </a:p>
          <a:p>
            <a:endParaRPr lang="en-GB" dirty="0" smtClean="0">
              <a:latin typeface="Dubai Medium" pitchFamily="34" charset="-78"/>
              <a:cs typeface="Dubai Medium" pitchFamily="34" charset="-78"/>
            </a:endParaRPr>
          </a:p>
          <a:p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He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manifested himself at </a:t>
            </a:r>
            <a:r>
              <a:rPr lang="en-GB" u="sng" dirty="0">
                <a:latin typeface="Dubai Medium" pitchFamily="34" charset="-78"/>
                <a:cs typeface="Dubai Medium" pitchFamily="34" charset="-78"/>
              </a:rPr>
              <a:t>U</a:t>
            </a:r>
            <a:r>
              <a:rPr lang="en-GB" u="sng" dirty="0" smtClean="0">
                <a:latin typeface="Dubai Medium" pitchFamily="34" charset="-78"/>
                <a:cs typeface="Dubai Medium" pitchFamily="34" charset="-78"/>
              </a:rPr>
              <a:t>ravakonda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, but spread his glory from 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K</a:t>
            </a:r>
            <a:r>
              <a:rPr lang="en-GB" dirty="0" smtClean="0">
                <a:latin typeface="Dubai Medium" pitchFamily="34" charset="-78"/>
                <a:cs typeface="Dubai Medium" pitchFamily="34" charset="-78"/>
              </a:rPr>
              <a:t>amalapur</a:t>
            </a:r>
            <a:r>
              <a:rPr lang="en-GB" dirty="0">
                <a:latin typeface="Dubai Medium" pitchFamily="34" charset="-78"/>
                <a:cs typeface="Dubai Medium" pitchFamily="34" charset="-78"/>
              </a:rPr>
              <a:t>.</a:t>
            </a:r>
          </a:p>
          <a:p>
            <a:endParaRPr lang="en-IN" dirty="0">
              <a:latin typeface="Dubai Medium" pitchFamily="34" charset="-78"/>
              <a:cs typeface="Dubai Medium" pitchFamily="34" charset="-78"/>
            </a:endParaRPr>
          </a:p>
          <a:p>
            <a:endParaRPr lang="en-IN" dirty="0"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Swami’s Manifestations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301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6592" y="1196752"/>
            <a:ext cx="7754713" cy="1910716"/>
          </a:xfrm>
        </p:spPr>
        <p:txBody>
          <a:bodyPr/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itchFamily="34" charset="-78"/>
                <a:cs typeface="Dubai Medium" pitchFamily="34" charset="-78"/>
              </a:rPr>
              <a:t>Question </a:t>
            </a: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ubai Medium" pitchFamily="34" charset="-78"/>
                <a:cs typeface="Dubai Medium" pitchFamily="34" charset="-78"/>
              </a:rPr>
              <a:t>5</a:t>
            </a:r>
            <a:endParaRPr lang="en-IN" dirty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529821" y="4149080"/>
            <a:ext cx="6696744" cy="15121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dirty="0" smtClean="0">
                <a:latin typeface="Dubai Medium" pitchFamily="34" charset="-78"/>
                <a:cs typeface="Dubai Medium" pitchFamily="34" charset="-78"/>
              </a:rPr>
              <a:t>Where did he manifest himself at? </a:t>
            </a:r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1547664" y="5031021"/>
            <a:ext cx="3910631" cy="14401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 dirty="0" smtClean="0">
                <a:latin typeface="Dubai Medium" pitchFamily="34" charset="-78"/>
                <a:cs typeface="Dubai Medium" pitchFamily="34" charset="-78"/>
              </a:rPr>
              <a:t>Answer</a:t>
            </a:r>
            <a:r>
              <a:rPr lang="en-IN" sz="2400" b="1" dirty="0" smtClean="0">
                <a:latin typeface="Dubai Medium" pitchFamily="34" charset="-78"/>
                <a:cs typeface="Dubai Medium" pitchFamily="34" charset="-78"/>
              </a:rPr>
              <a:t>: </a:t>
            </a:r>
            <a:r>
              <a:rPr lang="en-IN" sz="2400" dirty="0" err="1" smtClean="0">
                <a:latin typeface="Dubai Medium" pitchFamily="34" charset="-78"/>
                <a:cs typeface="Dubai Medium" pitchFamily="34" charset="-78"/>
              </a:rPr>
              <a:t>Urvakonda</a:t>
            </a:r>
            <a:endParaRPr lang="en-IN" sz="2400" dirty="0" smtClean="0">
              <a:latin typeface="Dubai Medium" pitchFamily="34" charset="-78"/>
              <a:cs typeface="Dubai Medium" pitchFamily="34" charset="-78"/>
            </a:endParaRPr>
          </a:p>
          <a:p>
            <a:pPr algn="l"/>
            <a:endParaRPr lang="en-IN" sz="2400" dirty="0">
              <a:latin typeface="Dubai Medium" pitchFamily="34" charset="-78"/>
              <a:cs typeface="Dubai Medium" pitchFamily="34" charset="-78"/>
            </a:endParaRPr>
          </a:p>
        </p:txBody>
      </p:sp>
      <p:pic>
        <p:nvPicPr>
          <p:cNvPr id="2050" name="Picture 2" descr="C:\Users\swayam1\Desktop\Cloud\Awarness\Swami's Pics\photos\gallery03\b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295" y="476672"/>
            <a:ext cx="1985171" cy="28083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63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brightnessContrast bright="10000" contrast="-40000"/>
                    </a14:imgEffect>
                  </a14:imgLayer>
                </a14:imgProps>
              </a:ext>
            </a:extLst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You,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Sairam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051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458</TotalTime>
  <Words>485</Words>
  <Application>Microsoft Office PowerPoint</Application>
  <PresentationFormat>On-screen Show (4:3)</PresentationFormat>
  <Paragraphs>74</Paragraphs>
  <Slides>14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Hardcover</vt:lpstr>
      <vt:lpstr>Gana Lola</vt:lpstr>
      <vt:lpstr>PowerPoint Presentation</vt:lpstr>
      <vt:lpstr>Swami’s Brother </vt:lpstr>
      <vt:lpstr>Question 1</vt:lpstr>
      <vt:lpstr>Swami’s Life at School </vt:lpstr>
      <vt:lpstr>Question 2</vt:lpstr>
      <vt:lpstr>Swami’s Trip to Pushpagiri</vt:lpstr>
      <vt:lpstr>Question 3</vt:lpstr>
      <vt:lpstr>Swami’s Miracles </vt:lpstr>
      <vt:lpstr>Swami’s and Kote Subbanna Relationship</vt:lpstr>
      <vt:lpstr>Question 4</vt:lpstr>
      <vt:lpstr>Swami’s Manifestations</vt:lpstr>
      <vt:lpstr>Question 5</vt:lpstr>
      <vt:lpstr>Thank You, Sairam!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Gana Lola</dc:title>
  <dc:creator>Swayam</dc:creator>
  <cp:lastModifiedBy>Swayam</cp:lastModifiedBy>
  <cp:revision>41</cp:revision>
  <dcterms:created xsi:type="dcterms:W3CDTF">2023-09-05T08:53:48Z</dcterms:created>
  <dcterms:modified xsi:type="dcterms:W3CDTF">2023-09-25T03:22:30Z</dcterms:modified>
</cp:coreProperties>
</file>