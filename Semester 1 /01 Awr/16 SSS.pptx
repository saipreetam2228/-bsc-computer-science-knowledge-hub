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07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36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09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42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4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73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9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1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3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513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8555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845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79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290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393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83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6FCBB-D0F4-4450-A912-B88A0A5ACA8E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9AF06-A67B-47BB-93AD-5E0D6D9E9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72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73" y="2549236"/>
            <a:ext cx="7426037" cy="1326321"/>
          </a:xfrm>
        </p:spPr>
        <p:txBody>
          <a:bodyPr/>
          <a:lstStyle/>
          <a:p>
            <a:r>
              <a:rPr lang="en-GB" dirty="0" smtClean="0"/>
              <a:t>A presentation to the almighty master of all </a:t>
            </a:r>
            <a:endParaRPr lang="en-IN" dirty="0"/>
          </a:p>
        </p:txBody>
      </p:sp>
      <p:pic>
        <p:nvPicPr>
          <p:cNvPr id="19" name="Picture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46" r="27246"/>
          <a:stretch>
            <a:fillRect/>
          </a:stretch>
        </p:blipFill>
        <p:spPr>
          <a:xfrm>
            <a:off x="8104910" y="908162"/>
            <a:ext cx="3255356" cy="488303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7013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For you and me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 smtClean="0"/>
              <a:t>Chapter 16 </a:t>
            </a:r>
          </a:p>
          <a:p>
            <a:pPr>
              <a:lnSpc>
                <a:spcPct val="100000"/>
              </a:lnSpc>
            </a:pPr>
            <a:r>
              <a:rPr lang="en-GB" dirty="0" smtClean="0"/>
              <a:t>of </a:t>
            </a:r>
          </a:p>
          <a:p>
            <a:pPr>
              <a:lnSpc>
                <a:spcPct val="100000"/>
              </a:lnSpc>
            </a:pPr>
            <a:r>
              <a:rPr lang="en-GB" dirty="0" err="1" smtClean="0"/>
              <a:t>Sathyam</a:t>
            </a:r>
            <a:r>
              <a:rPr lang="en-GB" dirty="0" smtClean="0"/>
              <a:t> </a:t>
            </a:r>
            <a:r>
              <a:rPr lang="en-GB" dirty="0" err="1" smtClean="0"/>
              <a:t>Sivam</a:t>
            </a:r>
            <a:r>
              <a:rPr lang="en-GB" dirty="0" smtClean="0"/>
              <a:t> </a:t>
            </a:r>
            <a:r>
              <a:rPr lang="en-GB" dirty="0" err="1" smtClean="0"/>
              <a:t>Sundaram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910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 smtClean="0"/>
              <a:t>The last Chapter of </a:t>
            </a:r>
            <a:r>
              <a:rPr lang="en-GB" dirty="0" err="1" smtClean="0"/>
              <a:t>Sathyam</a:t>
            </a:r>
            <a:r>
              <a:rPr lang="en-GB" dirty="0" smtClean="0"/>
              <a:t> </a:t>
            </a:r>
            <a:r>
              <a:rPr lang="en-GB" dirty="0" err="1" smtClean="0"/>
              <a:t>Sivam</a:t>
            </a:r>
            <a:r>
              <a:rPr lang="en-GB" dirty="0" smtClean="0"/>
              <a:t> </a:t>
            </a:r>
            <a:r>
              <a:rPr lang="en-GB" dirty="0" err="1" smtClean="0"/>
              <a:t>Sundaram</a:t>
            </a:r>
            <a:r>
              <a:rPr lang="en-GB" dirty="0"/>
              <a:t> </a:t>
            </a:r>
            <a:r>
              <a:rPr lang="en-GB" dirty="0" smtClean="0"/>
              <a:t>is message to readers of the book by the author.</a:t>
            </a:r>
          </a:p>
          <a:p>
            <a:r>
              <a:rPr lang="en-GB" dirty="0" smtClean="0"/>
              <a:t>As we reach the last pages of the book, and this has been written in the year 2009.</a:t>
            </a:r>
          </a:p>
          <a:p>
            <a:r>
              <a:rPr lang="en-GB" dirty="0" smtClean="0"/>
              <a:t>The author assures us that there are more chapters to come in this book</a:t>
            </a:r>
          </a:p>
        </p:txBody>
      </p:sp>
      <p:pic>
        <p:nvPicPr>
          <p:cNvPr id="8" name="Picture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6" r="24996"/>
          <a:stretch>
            <a:fillRect/>
          </a:stretch>
        </p:blipFill>
        <p:spPr>
          <a:xfrm>
            <a:off x="7424804" y="758881"/>
            <a:ext cx="3255356" cy="4883038"/>
          </a:xfrm>
          <a:prstGeom prst="rect">
            <a:avLst/>
          </a:prstGeom>
        </p:spPr>
      </p:pic>
      <p:sp>
        <p:nvSpPr>
          <p:cNvPr id="9" name="Picture Placeholder 8"/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99412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golden age of human redemption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3366654"/>
            <a:ext cx="5934950" cy="2424545"/>
          </a:xfrm>
        </p:spPr>
        <p:txBody>
          <a:bodyPr/>
          <a:lstStyle/>
          <a:p>
            <a:r>
              <a:rPr lang="en-GB" dirty="0" smtClean="0"/>
              <a:t>The golden age of human redemption is here.</a:t>
            </a:r>
          </a:p>
          <a:p>
            <a:r>
              <a:rPr lang="en-GB" dirty="0" smtClean="0"/>
              <a:t>Baba says, “I came here, because the good men of the world, the saintly, the wise, the sadhu and the </a:t>
            </a:r>
            <a:r>
              <a:rPr lang="en-GB" dirty="0" err="1" smtClean="0"/>
              <a:t>sadhaka</a:t>
            </a:r>
            <a:r>
              <a:rPr lang="en-GB" dirty="0"/>
              <a:t>,</a:t>
            </a:r>
            <a:r>
              <a:rPr lang="en-GB" dirty="0" smtClean="0"/>
              <a:t> the Guru and godly, panted for me.”</a:t>
            </a:r>
          </a:p>
          <a:p>
            <a:endParaRPr lang="en-GB" dirty="0" smtClean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3" r="269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2677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With what offering shall we approach him?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3366654"/>
            <a:ext cx="5934950" cy="2424545"/>
          </a:xfrm>
        </p:spPr>
        <p:txBody>
          <a:bodyPr/>
          <a:lstStyle/>
          <a:p>
            <a:r>
              <a:rPr lang="en-GB" dirty="0" smtClean="0"/>
              <a:t>Don’t offer things like </a:t>
            </a:r>
            <a:r>
              <a:rPr lang="en-GB" dirty="0" err="1" smtClean="0"/>
              <a:t>patram</a:t>
            </a:r>
            <a:r>
              <a:rPr lang="en-GB" dirty="0" smtClean="0"/>
              <a:t>, </a:t>
            </a:r>
            <a:r>
              <a:rPr lang="en-GB" dirty="0" err="1" smtClean="0"/>
              <a:t>pushpam</a:t>
            </a:r>
            <a:r>
              <a:rPr lang="en-GB" dirty="0"/>
              <a:t> </a:t>
            </a:r>
            <a:r>
              <a:rPr lang="en-GB" dirty="0" smtClean="0"/>
              <a:t>and </a:t>
            </a:r>
            <a:r>
              <a:rPr lang="en-GB" dirty="0" err="1" smtClean="0"/>
              <a:t>Phalam</a:t>
            </a:r>
            <a:r>
              <a:rPr lang="en-GB" dirty="0" smtClean="0"/>
              <a:t>.</a:t>
            </a:r>
          </a:p>
          <a:p>
            <a:r>
              <a:rPr lang="en-GB" dirty="0" smtClean="0"/>
              <a:t>Offer </a:t>
            </a:r>
            <a:r>
              <a:rPr lang="en-GB" dirty="0" err="1" smtClean="0"/>
              <a:t>Sathya</a:t>
            </a:r>
            <a:r>
              <a:rPr lang="en-GB" dirty="0" smtClean="0"/>
              <a:t>, Dharma, </a:t>
            </a:r>
            <a:r>
              <a:rPr lang="en-GB" dirty="0" err="1" smtClean="0"/>
              <a:t>Shanthi</a:t>
            </a:r>
            <a:r>
              <a:rPr lang="en-GB" dirty="0" smtClean="0"/>
              <a:t>, </a:t>
            </a:r>
            <a:r>
              <a:rPr lang="en-GB" dirty="0" err="1" smtClean="0"/>
              <a:t>Prema</a:t>
            </a:r>
            <a:r>
              <a:rPr lang="en-GB" dirty="0" smtClean="0"/>
              <a:t> or at least the effort attain these four, or any one of the four. Sincerity in the struggle to improve, that is enough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0" r="278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2283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needed Offerings as per </a:t>
            </a:r>
            <a:r>
              <a:rPr lang="en-GB" dirty="0" err="1" smtClean="0"/>
              <a:t>Bhagwan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3366654"/>
            <a:ext cx="5934950" cy="2424545"/>
          </a:xfrm>
        </p:spPr>
        <p:txBody>
          <a:bodyPr/>
          <a:lstStyle/>
          <a:p>
            <a:r>
              <a:rPr lang="en-GB" dirty="0" smtClean="0"/>
              <a:t>“Offer in </a:t>
            </a:r>
            <a:r>
              <a:rPr lang="en-GB" dirty="0" err="1" smtClean="0"/>
              <a:t>Patram</a:t>
            </a:r>
            <a:r>
              <a:rPr lang="en-GB" dirty="0" smtClean="0"/>
              <a:t> of the body, the </a:t>
            </a:r>
            <a:r>
              <a:rPr lang="en-GB" dirty="0" err="1" smtClean="0"/>
              <a:t>Manopushpam</a:t>
            </a:r>
            <a:r>
              <a:rPr lang="en-GB" dirty="0" smtClean="0"/>
              <a:t> fragrant with </a:t>
            </a:r>
            <a:r>
              <a:rPr lang="en-GB" dirty="0" err="1" smtClean="0"/>
              <a:t>Humilty</a:t>
            </a:r>
            <a:r>
              <a:rPr lang="en-GB" dirty="0" smtClean="0"/>
              <a:t>, the </a:t>
            </a:r>
            <a:r>
              <a:rPr lang="en-GB" dirty="0" err="1" smtClean="0"/>
              <a:t>Hridhayaphalam</a:t>
            </a:r>
            <a:r>
              <a:rPr lang="en-GB" dirty="0" smtClean="0"/>
              <a:t> ripe with Tapas and sweet with the </a:t>
            </a:r>
            <a:r>
              <a:rPr lang="en-GB" dirty="0" err="1" smtClean="0"/>
              <a:t>rasam</a:t>
            </a:r>
            <a:r>
              <a:rPr lang="en-GB" dirty="0" smtClean="0"/>
              <a:t> of </a:t>
            </a:r>
            <a:r>
              <a:rPr lang="en-GB" dirty="0" err="1" smtClean="0"/>
              <a:t>Daya</a:t>
            </a:r>
            <a:r>
              <a:rPr lang="en-GB" dirty="0" smtClean="0"/>
              <a:t>, </a:t>
            </a:r>
            <a:r>
              <a:rPr lang="en-GB" dirty="0" err="1" smtClean="0"/>
              <a:t>Dhanam</a:t>
            </a:r>
            <a:r>
              <a:rPr lang="en-GB" dirty="0" smtClean="0"/>
              <a:t>, and the </a:t>
            </a:r>
            <a:r>
              <a:rPr lang="en-GB" dirty="0" err="1" smtClean="0"/>
              <a:t>Toyam</a:t>
            </a:r>
            <a:r>
              <a:rPr lang="en-GB" dirty="0" smtClean="0"/>
              <a:t> of tears welling out of Ananda, That is enough”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0" r="278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403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293256"/>
            <a:ext cx="5934950" cy="3497943"/>
          </a:xfrm>
        </p:spPr>
        <p:txBody>
          <a:bodyPr/>
          <a:lstStyle/>
          <a:p>
            <a:r>
              <a:rPr lang="en-GB" dirty="0" smtClean="0"/>
              <a:t>May HE, the Source, the Stream,. And the Sea, the All-pervasive, All-inclusive, All-animating –</a:t>
            </a:r>
          </a:p>
          <a:p>
            <a:r>
              <a:rPr lang="en-GB" dirty="0" smtClean="0"/>
              <a:t>SATHYAM-SIVAM-SUNDARAM vouchsafe to us all the strength and the steadfastness, to journey towards </a:t>
            </a:r>
            <a:r>
              <a:rPr lang="en-GB" sz="4800" dirty="0" smtClean="0"/>
              <a:t>HIM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7" r="2874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7330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08" b="4150"/>
          <a:stretch/>
        </p:blipFill>
        <p:spPr>
          <a:xfrm>
            <a:off x="913795" y="232228"/>
            <a:ext cx="10367564" cy="555897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5361" y="5791200"/>
            <a:ext cx="10365998" cy="798588"/>
          </a:xfrm>
        </p:spPr>
        <p:txBody>
          <a:bodyPr>
            <a:noAutofit/>
          </a:bodyPr>
          <a:lstStyle/>
          <a:p>
            <a:r>
              <a:rPr lang="en-GB" sz="3200" dirty="0" smtClean="0"/>
              <a:t>Thank you </a:t>
            </a:r>
          </a:p>
          <a:p>
            <a:r>
              <a:rPr lang="en-GB" dirty="0" smtClean="0"/>
              <a:t>JAISAIRAM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7197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31</TotalTime>
  <Words>261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A presentation to the almighty master of all </vt:lpstr>
      <vt:lpstr>For you and me</vt:lpstr>
      <vt:lpstr>PowerPoint Presentation</vt:lpstr>
      <vt:lpstr>The golden age of human redemption</vt:lpstr>
      <vt:lpstr>With what offering shall we approach him?</vt:lpstr>
      <vt:lpstr>The needed Offerings as per Bhagwan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presentation at thy lotus feet</dc:title>
  <dc:creator>bsc1</dc:creator>
  <cp:lastModifiedBy>bsc1</cp:lastModifiedBy>
  <cp:revision>4</cp:revision>
  <dcterms:created xsi:type="dcterms:W3CDTF">2023-09-25T02:48:51Z</dcterms:created>
  <dcterms:modified xsi:type="dcterms:W3CDTF">2023-09-25T03:19:58Z</dcterms:modified>
</cp:coreProperties>
</file>