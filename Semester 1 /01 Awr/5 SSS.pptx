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9" r:id="rId2"/>
    <p:sldId id="263" r:id="rId3"/>
    <p:sldId id="265" r:id="rId4"/>
    <p:sldId id="269" r:id="rId5"/>
    <p:sldId id="271" r:id="rId6"/>
    <p:sldId id="270" r:id="rId7"/>
    <p:sldId id="276" r:id="rId8"/>
    <p:sldId id="275" r:id="rId9"/>
    <p:sldId id="273" r:id="rId10"/>
    <p:sldId id="274" r:id="rId11"/>
    <p:sldId id="277" r:id="rId12"/>
    <p:sldId id="295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ba1" initials="b" lastIdx="1" clrIdx="0">
    <p:extLst>
      <p:ext uri="{19B8F6BF-5375-455C-9EA6-DF929625EA0E}">
        <p15:presenceInfo xmlns:p15="http://schemas.microsoft.com/office/powerpoint/2012/main" userId="bba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0074" autoAdjust="0"/>
    <p:restoredTop sz="94660"/>
  </p:normalViewPr>
  <p:slideViewPr>
    <p:cSldViewPr snapToGrid="0">
      <p:cViewPr varScale="1">
        <p:scale>
          <a:sx n="61" d="100"/>
          <a:sy n="61" d="100"/>
        </p:scale>
        <p:origin x="4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AUM SRI SAI RAM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D14E0-3499-4A2C-ADAF-49C648B20045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091ED-86B5-48C5-9E8D-8338235B07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85029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 smtClean="0"/>
              <a:t>AUM SRI SAI RAM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682A5-FC3C-4CAA-BA94-BB68E1B03B5E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ACF62-BD8D-475C-B31A-52B638AB2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7561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275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08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53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303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967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227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86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662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489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61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96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217DF-2D85-493D-8D0A-C60B87A93D06}" type="datetimeFigureOut">
              <a:rPr lang="en-IN" smtClean="0"/>
              <a:t>22-09-2023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AF2F1-83D1-4A4A-8645-368D54FCA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76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9309" y="6088559"/>
            <a:ext cx="126787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 smtClean="0">
                <a:latin typeface="Bahnschrift SemiBold Condensed" panose="020B0502040204020203" pitchFamily="34" charset="0"/>
              </a:rPr>
              <a:t>OFFERING OUR HUMBLE PRANAMS AT OUR MASTER ‘S DIVINE FEET</a:t>
            </a:r>
            <a:endParaRPr lang="en-IN" sz="4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91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966"/>
            <a:ext cx="12192000" cy="7069676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456" y="1"/>
            <a:ext cx="7863840" cy="1266091"/>
          </a:xfrm>
        </p:spPr>
        <p:txBody>
          <a:bodyPr>
            <a:noAutofit/>
          </a:bodyPr>
          <a:lstStyle/>
          <a:p>
            <a:pPr algn="ctr"/>
            <a:r>
              <a:rPr lang="en-GB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 H E    S E R P E N T   H I L </a:t>
            </a:r>
            <a:r>
              <a:rPr lang="en-GB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L</a:t>
            </a:r>
            <a:r>
              <a:rPr lang="en-GB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</a:t>
            </a:r>
            <a:endParaRPr lang="en-I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478" y="633046"/>
            <a:ext cx="5747657" cy="2997927"/>
          </a:xfrm>
        </p:spPr>
        <p:txBody>
          <a:bodyPr>
            <a:normAutofit/>
          </a:bodyPr>
          <a:lstStyle/>
          <a:p>
            <a:endParaRPr lang="en-IN" sz="2400" b="1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8871045" y="6577378"/>
            <a:ext cx="3655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Present picture of The Serpent Hill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73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305" y="631371"/>
            <a:ext cx="4128809" cy="566057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1828800"/>
            <a:ext cx="6574971" cy="4040188"/>
          </a:xfrm>
        </p:spPr>
        <p:txBody>
          <a:bodyPr>
            <a:normAutofit/>
          </a:bodyPr>
          <a:lstStyle/>
          <a:p>
            <a:endParaRPr lang="en-GB" b="1" i="1" u="sng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GB" sz="2800" b="1" i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 I belong to </a:t>
            </a:r>
            <a:r>
              <a:rPr lang="en-GB" sz="2800" b="1" i="1" u="sng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Apasthamba</a:t>
            </a:r>
            <a:r>
              <a:rPr lang="en-GB" sz="2800" b="1" i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800" b="1" i="1" u="sng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Suthra</a:t>
            </a:r>
            <a:r>
              <a:rPr lang="en-GB" sz="2800" b="1" i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;</a:t>
            </a:r>
          </a:p>
          <a:p>
            <a:r>
              <a:rPr lang="en-GB" sz="2800" b="1" i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I am of the </a:t>
            </a:r>
            <a:r>
              <a:rPr lang="en-GB" sz="2800" b="1" i="1" u="sng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Bharadwaja</a:t>
            </a:r>
            <a:r>
              <a:rPr lang="en-GB" sz="2800" b="1" i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800" b="1" i="1" u="sng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Gothra</a:t>
            </a:r>
            <a:r>
              <a:rPr lang="en-GB" sz="2800" b="1" i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;</a:t>
            </a:r>
          </a:p>
          <a:p>
            <a:r>
              <a:rPr lang="en-GB" sz="2800" b="1" i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I am Sai Baba ;</a:t>
            </a:r>
          </a:p>
          <a:p>
            <a:r>
              <a:rPr lang="en-GB" sz="2800" b="1" i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I have come to ward off all your troubles;</a:t>
            </a:r>
          </a:p>
          <a:p>
            <a:r>
              <a:rPr lang="en-GB" sz="2800" b="1" i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Keep your houses clean and pure. ” </a:t>
            </a:r>
            <a:endParaRPr lang="en-IN" sz="2800" b="1" i="1" u="sng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1726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7421" y="1409469"/>
            <a:ext cx="1179166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b="1" dirty="0" smtClean="0"/>
              <a:t>The </a:t>
            </a:r>
            <a:r>
              <a:rPr lang="en-GB" sz="5400" b="1" dirty="0"/>
              <a:t>place “</a:t>
            </a:r>
            <a:r>
              <a:rPr lang="en-GB" sz="5400" b="1" dirty="0" err="1"/>
              <a:t>Uravakonda</a:t>
            </a:r>
            <a:r>
              <a:rPr lang="en-GB" sz="5400" b="1" dirty="0"/>
              <a:t>’’ derives it’s name from the hill that dominates the </a:t>
            </a:r>
            <a:r>
              <a:rPr lang="en-GB" sz="5400" b="1" dirty="0" smtClean="0"/>
              <a:t>place</a:t>
            </a:r>
            <a:r>
              <a:rPr lang="en-GB" sz="5400" b="1" dirty="0"/>
              <a:t>,”</a:t>
            </a:r>
            <a:r>
              <a:rPr lang="en-GB" sz="5400" b="1" dirty="0" err="1"/>
              <a:t>Uragakonda</a:t>
            </a:r>
            <a:r>
              <a:rPr lang="en-GB" sz="5400" b="1" dirty="0"/>
              <a:t>”.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b="1" dirty="0" err="1"/>
              <a:t>Uraga</a:t>
            </a:r>
            <a:r>
              <a:rPr lang="en-GB" sz="5400" b="1" dirty="0"/>
              <a:t> = Serpent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b="1" dirty="0"/>
              <a:t>Konda = Hill</a:t>
            </a:r>
          </a:p>
        </p:txBody>
      </p:sp>
    </p:spTree>
    <p:extLst>
      <p:ext uri="{BB962C8B-B14F-4D97-AF65-F5344CB8AC3E}">
        <p14:creationId xmlns:p14="http://schemas.microsoft.com/office/powerpoint/2010/main" val="24960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534" y="1132764"/>
            <a:ext cx="12192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 err="1"/>
              <a:t>Uravakonda</a:t>
            </a:r>
            <a:r>
              <a:rPr lang="en-GB" sz="3600" b="1" dirty="0"/>
              <a:t> was lucky enough that </a:t>
            </a:r>
            <a:r>
              <a:rPr lang="en-GB" sz="3600" b="1" dirty="0" err="1"/>
              <a:t>Satyanarayana</a:t>
            </a:r>
            <a:r>
              <a:rPr lang="en-GB" sz="3600" b="1" dirty="0"/>
              <a:t> Raju himself has joined the High School accompanying his brother and the new </a:t>
            </a:r>
            <a:r>
              <a:rPr lang="en-GB" sz="3600" b="1" dirty="0" err="1"/>
              <a:t>telugu</a:t>
            </a:r>
            <a:r>
              <a:rPr lang="en-GB" sz="3600" b="1" dirty="0"/>
              <a:t> teacher.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/>
              <a:t>Boys told each other that he was a fine Telugu writer, a good musician, genius in dance, wiser than his teacher.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 err="1"/>
              <a:t>Sathya</a:t>
            </a:r>
            <a:r>
              <a:rPr lang="en-GB" sz="3600" b="1" dirty="0"/>
              <a:t> soon became pet of the entire school. He was the leader of the school Prayer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b="1" dirty="0"/>
              <a:t>He was the best among the school scouts. </a:t>
            </a:r>
          </a:p>
          <a:p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25627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069" y="696034"/>
            <a:ext cx="1157330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b="1" dirty="0" err="1" smtClean="0"/>
              <a:t>Sathya</a:t>
            </a:r>
            <a:r>
              <a:rPr lang="en-GB" sz="4000" b="1" dirty="0" smtClean="0"/>
              <a:t> was the life and soul of the school dramatics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b="1" dirty="0" smtClean="0"/>
              <a:t>Sri </a:t>
            </a:r>
            <a:r>
              <a:rPr lang="en-GB" sz="4000" b="1" dirty="0" err="1" smtClean="0"/>
              <a:t>Tammi</a:t>
            </a:r>
            <a:r>
              <a:rPr lang="en-GB" sz="4000" b="1" dirty="0" smtClean="0"/>
              <a:t> Raju ,the teacher in charge , once  asked </a:t>
            </a:r>
            <a:r>
              <a:rPr lang="en-GB" sz="4000" b="1" dirty="0" err="1" smtClean="0"/>
              <a:t>Sathya</a:t>
            </a:r>
            <a:r>
              <a:rPr lang="en-GB" sz="4000" b="1" dirty="0" smtClean="0"/>
              <a:t> to write and direct a play in Telugu.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b="1" dirty="0" err="1" smtClean="0"/>
              <a:t>Sathya</a:t>
            </a:r>
            <a:r>
              <a:rPr lang="en-GB" sz="4000" b="1" dirty="0" smtClean="0"/>
              <a:t> entitled the play as </a:t>
            </a:r>
            <a:r>
              <a:rPr lang="en-GB" sz="4000" b="1" i="1" dirty="0" smtClean="0"/>
              <a:t>“CHEPPINATTU CHESTHARA?”, “Do deeds follow words?”,</a:t>
            </a:r>
            <a:r>
              <a:rPr lang="en-GB" sz="4000" b="1" i="1" dirty="0"/>
              <a:t> </a:t>
            </a:r>
            <a:r>
              <a:rPr lang="en-GB" sz="4000" b="1" dirty="0" smtClean="0"/>
              <a:t>to put it in English.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4000" b="1" dirty="0" smtClean="0"/>
              <a:t>The play was a great success. It had as its theme, the eternal sin of man , hypocrisy, not acting as he feels he should.</a:t>
            </a:r>
          </a:p>
        </p:txBody>
      </p:sp>
    </p:spTree>
    <p:extLst>
      <p:ext uri="{BB962C8B-B14F-4D97-AF65-F5344CB8AC3E}">
        <p14:creationId xmlns:p14="http://schemas.microsoft.com/office/powerpoint/2010/main" val="326401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7355" y="1583141"/>
            <a:ext cx="1090456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 err="1" smtClean="0"/>
              <a:t>Sathya</a:t>
            </a:r>
            <a:r>
              <a:rPr lang="en-GB" sz="4800" b="1" dirty="0" smtClean="0"/>
              <a:t> won the respect of the common man in </a:t>
            </a:r>
            <a:r>
              <a:rPr lang="en-GB" sz="4800" b="1" dirty="0" err="1" smtClean="0"/>
              <a:t>Uravakonda</a:t>
            </a:r>
            <a:r>
              <a:rPr lang="en-GB" sz="4800" b="1" dirty="0" smtClean="0"/>
              <a:t> through his divine miracles.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4800" b="1" dirty="0" smtClean="0"/>
              <a:t>The missing Pen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4800" b="1" dirty="0" smtClean="0"/>
              <a:t>The missing </a:t>
            </a:r>
            <a:r>
              <a:rPr lang="en-GB" sz="4800" b="1" dirty="0" err="1" smtClean="0"/>
              <a:t>Jatka</a:t>
            </a:r>
            <a:r>
              <a:rPr lang="en-GB" sz="4800" b="1" dirty="0" smtClean="0"/>
              <a:t>(Horse drawn cart)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178903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419" y="2210936"/>
            <a:ext cx="120145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5400" b="1" dirty="0" smtClean="0"/>
              <a:t>March 8</a:t>
            </a:r>
            <a:r>
              <a:rPr lang="en-GB" sz="5400" b="1" baseline="30000" dirty="0" smtClean="0"/>
              <a:t>th</a:t>
            </a:r>
            <a:r>
              <a:rPr lang="en-GB" sz="5400" b="1" dirty="0" smtClean="0"/>
              <a:t>, 1940 - The Scorpion Attack.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5400" b="1" dirty="0" smtClean="0"/>
              <a:t>The belief of people 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5400" b="1" dirty="0" err="1" smtClean="0"/>
              <a:t>Sukshma</a:t>
            </a:r>
            <a:r>
              <a:rPr lang="en-GB" sz="5400" b="1" dirty="0" smtClean="0"/>
              <a:t> </a:t>
            </a:r>
            <a:r>
              <a:rPr lang="en-GB" sz="5400" b="1" dirty="0" err="1" smtClean="0"/>
              <a:t>Sharira</a:t>
            </a:r>
            <a:r>
              <a:rPr lang="en-GB" sz="5400" b="1" dirty="0" smtClean="0"/>
              <a:t> (Subtle Body).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13391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01002"/>
            <a:ext cx="122556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5400" b="1" dirty="0" smtClean="0"/>
              <a:t>A complete transformation of the personality.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5400" b="1" dirty="0" err="1" smtClean="0"/>
              <a:t>Sathya</a:t>
            </a:r>
            <a:r>
              <a:rPr lang="en-GB" sz="5400" b="1" dirty="0" smtClean="0"/>
              <a:t> demonstrated  that he is beyond “</a:t>
            </a:r>
            <a:r>
              <a:rPr lang="en-GB" sz="5400" b="1" dirty="0" err="1" smtClean="0"/>
              <a:t>Visha</a:t>
            </a:r>
            <a:r>
              <a:rPr lang="en-GB" sz="5400" b="1" dirty="0" smtClean="0"/>
              <a:t> and </a:t>
            </a:r>
            <a:r>
              <a:rPr lang="en-GB" sz="5400" b="1" dirty="0" err="1" smtClean="0"/>
              <a:t>Vishaya</a:t>
            </a:r>
            <a:r>
              <a:rPr lang="en-GB" sz="5400" b="1" dirty="0" smtClean="0"/>
              <a:t>”, unaffected by poison or the objective world.</a:t>
            </a:r>
          </a:p>
        </p:txBody>
      </p:sp>
    </p:spTree>
    <p:extLst>
      <p:ext uri="{BB962C8B-B14F-4D97-AF65-F5344CB8AC3E}">
        <p14:creationId xmlns:p14="http://schemas.microsoft.com/office/powerpoint/2010/main" val="344227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843" y="1869744"/>
            <a:ext cx="113685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i="1" u="sng" dirty="0" err="1" smtClean="0">
                <a:solidFill>
                  <a:srgbClr val="002060"/>
                </a:solidFill>
              </a:rPr>
              <a:t>Sheshama</a:t>
            </a:r>
            <a:r>
              <a:rPr lang="en-GB" sz="5400" b="1" i="1" u="sng" dirty="0" smtClean="0">
                <a:solidFill>
                  <a:srgbClr val="002060"/>
                </a:solidFill>
              </a:rPr>
              <a:t> Raju’s letter to </a:t>
            </a:r>
            <a:r>
              <a:rPr lang="en-GB" sz="5400" b="1" i="1" u="sng" dirty="0" err="1" smtClean="0">
                <a:solidFill>
                  <a:srgbClr val="002060"/>
                </a:solidFill>
              </a:rPr>
              <a:t>Puttaparthi</a:t>
            </a:r>
            <a:r>
              <a:rPr lang="en-GB" sz="5400" b="1" i="1" u="sng" dirty="0" smtClean="0">
                <a:solidFill>
                  <a:srgbClr val="002060"/>
                </a:solidFill>
              </a:rPr>
              <a:t> </a:t>
            </a:r>
            <a:r>
              <a:rPr lang="en-GB" sz="5400" b="1" u="sng" dirty="0" smtClean="0">
                <a:solidFill>
                  <a:srgbClr val="002060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5400" b="1" dirty="0" smtClean="0"/>
              <a:t>  Informed the state of things in                 	</a:t>
            </a:r>
            <a:r>
              <a:rPr lang="en-GB" sz="5400" b="1" dirty="0" err="1" smtClean="0"/>
              <a:t>Uravakonda</a:t>
            </a:r>
            <a:r>
              <a:rPr lang="en-GB" sz="5400" b="1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5400" b="1" dirty="0" smtClean="0"/>
              <a:t>  Informed the condition of </a:t>
            </a:r>
            <a:r>
              <a:rPr lang="en-GB" sz="5400" b="1" dirty="0" err="1" smtClean="0"/>
              <a:t>Sathya</a:t>
            </a:r>
            <a:r>
              <a:rPr lang="en-GB" sz="5400" b="1" dirty="0" smtClean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342257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8423" y="1869743"/>
            <a:ext cx="113276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i="1" u="sng" dirty="0" err="1" smtClean="0">
                <a:solidFill>
                  <a:srgbClr val="002060"/>
                </a:solidFill>
              </a:rPr>
              <a:t>Sathya</a:t>
            </a:r>
            <a:r>
              <a:rPr lang="en-GB" sz="5400" b="1" i="1" u="sng" dirty="0" smtClean="0">
                <a:solidFill>
                  <a:srgbClr val="002060"/>
                </a:solidFill>
              </a:rPr>
              <a:t> becomes omnipresent: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5400" b="1" dirty="0" err="1" smtClean="0"/>
              <a:t>Bhagavatham</a:t>
            </a:r>
            <a:r>
              <a:rPr lang="en-GB" sz="5400" b="1" dirty="0" smtClean="0"/>
              <a:t> reciting </a:t>
            </a:r>
            <a:r>
              <a:rPr lang="en-GB" sz="5400" b="1" dirty="0" err="1" smtClean="0"/>
              <a:t>Shastri</a:t>
            </a:r>
            <a:r>
              <a:rPr lang="en-GB" sz="5400" b="1" dirty="0"/>
              <a:t>.</a:t>
            </a:r>
            <a:endParaRPr lang="en-GB" sz="5400" b="1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5400" b="1" dirty="0" err="1" smtClean="0"/>
              <a:t>Exorciser</a:t>
            </a:r>
            <a:r>
              <a:rPr lang="en-GB" sz="5400" b="1" dirty="0" smtClean="0"/>
              <a:t> in </a:t>
            </a:r>
            <a:r>
              <a:rPr lang="en-GB" sz="5400" b="1" dirty="0" err="1" smtClean="0"/>
              <a:t>uravakonda</a:t>
            </a:r>
            <a:r>
              <a:rPr lang="en-GB" sz="5400" b="1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5400" b="1" dirty="0" err="1" smtClean="0"/>
              <a:t>Exorciser</a:t>
            </a:r>
            <a:r>
              <a:rPr lang="en-GB" sz="5400" b="1" dirty="0" smtClean="0"/>
              <a:t> in </a:t>
            </a:r>
            <a:r>
              <a:rPr lang="en-GB" sz="5400" b="1" dirty="0" err="1" smtClean="0"/>
              <a:t>puttaparthi</a:t>
            </a:r>
            <a:r>
              <a:rPr lang="en-GB" sz="5400" b="1" dirty="0" smtClean="0"/>
              <a:t>.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274750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33265" y="1610436"/>
            <a:ext cx="106452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i="1" u="sng" dirty="0" smtClean="0">
                <a:solidFill>
                  <a:srgbClr val="002060"/>
                </a:solidFill>
              </a:rPr>
              <a:t>No cure for </a:t>
            </a:r>
            <a:r>
              <a:rPr lang="en-GB" sz="5400" b="1" i="1" u="sng" dirty="0" err="1" smtClean="0">
                <a:solidFill>
                  <a:srgbClr val="002060"/>
                </a:solidFill>
              </a:rPr>
              <a:t>Sathya’s</a:t>
            </a:r>
            <a:r>
              <a:rPr lang="en-GB" sz="5400" b="1" i="1" u="sng" dirty="0" smtClean="0">
                <a:solidFill>
                  <a:srgbClr val="002060"/>
                </a:solidFill>
              </a:rPr>
              <a:t> illness: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5400" b="1" dirty="0" err="1" smtClean="0"/>
              <a:t>Sathya’s</a:t>
            </a:r>
            <a:r>
              <a:rPr lang="en-GB" sz="5400" b="1" dirty="0" smtClean="0"/>
              <a:t> strange behaviour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5400" b="1" dirty="0" smtClean="0"/>
              <a:t>Worry of </a:t>
            </a:r>
            <a:r>
              <a:rPr lang="en-GB" sz="5400" b="1" dirty="0" err="1" smtClean="0"/>
              <a:t>Sathya’s</a:t>
            </a:r>
            <a:r>
              <a:rPr lang="en-GB" sz="5400" b="1" dirty="0" smtClean="0"/>
              <a:t> parents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5400" b="1" dirty="0" err="1" smtClean="0"/>
              <a:t>Sathya’s</a:t>
            </a:r>
            <a:r>
              <a:rPr lang="en-GB" sz="5400" b="1" dirty="0" smtClean="0"/>
              <a:t> own philosophies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344809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3582" y="2006221"/>
            <a:ext cx="113412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5400" b="1" dirty="0" smtClean="0"/>
              <a:t>The Shakti worshippers torture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5400" b="1" dirty="0" err="1" smtClean="0"/>
              <a:t>Sathya’s</a:t>
            </a:r>
            <a:r>
              <a:rPr lang="en-GB" sz="5400" b="1" dirty="0" smtClean="0"/>
              <a:t> strange attitude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5400" b="1" dirty="0" err="1" smtClean="0"/>
              <a:t>Sathya’s</a:t>
            </a:r>
            <a:r>
              <a:rPr lang="en-GB" sz="5400" b="1" dirty="0" smtClean="0"/>
              <a:t> Parents shocking reactions 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21086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037230"/>
            <a:ext cx="121919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5400" b="1" dirty="0" smtClean="0"/>
              <a:t>Bullock cart incident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5400" b="1" dirty="0" smtClean="0"/>
              <a:t>Visit of Sri </a:t>
            </a:r>
            <a:r>
              <a:rPr lang="en-GB" sz="5400" b="1" dirty="0" err="1" smtClean="0"/>
              <a:t>Krishnamachari</a:t>
            </a:r>
            <a:r>
              <a:rPr lang="en-GB" sz="5400" b="1" dirty="0" smtClean="0"/>
              <a:t> (</a:t>
            </a:r>
            <a:r>
              <a:rPr lang="en-GB" sz="5400" b="1" dirty="0" err="1" smtClean="0"/>
              <a:t>vakil</a:t>
            </a:r>
            <a:r>
              <a:rPr lang="en-GB" sz="5400" b="1" dirty="0" smtClean="0"/>
              <a:t>) at </a:t>
            </a:r>
            <a:r>
              <a:rPr lang="en-GB" sz="5400" b="1" dirty="0" err="1" smtClean="0"/>
              <a:t>Sathya’s</a:t>
            </a:r>
            <a:r>
              <a:rPr lang="en-GB" sz="5400" b="1" dirty="0" smtClean="0"/>
              <a:t> 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5400" b="1" dirty="0" smtClean="0"/>
              <a:t>Visit to </a:t>
            </a:r>
            <a:r>
              <a:rPr lang="en-GB" sz="5400" b="1" dirty="0" err="1" smtClean="0"/>
              <a:t>Narasimha</a:t>
            </a:r>
            <a:r>
              <a:rPr lang="en-GB" sz="5400" b="1" dirty="0" smtClean="0"/>
              <a:t> Swami temple to cure </a:t>
            </a:r>
            <a:r>
              <a:rPr lang="en-GB" sz="5400" b="1" dirty="0" err="1" smtClean="0"/>
              <a:t>Sathya’s</a:t>
            </a:r>
            <a:r>
              <a:rPr lang="en-GB" sz="5400" b="1" dirty="0" smtClean="0"/>
              <a:t> illness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65334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18866" y="2115403"/>
            <a:ext cx="110956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5400" b="1" dirty="0" smtClean="0"/>
              <a:t>23</a:t>
            </a:r>
            <a:r>
              <a:rPr lang="en-GB" sz="5400" b="1" baseline="30000" dirty="0" smtClean="0"/>
              <a:t>rd</a:t>
            </a:r>
            <a:r>
              <a:rPr lang="en-GB" sz="5400" b="1" dirty="0" smtClean="0"/>
              <a:t> may,1940 incident.</a:t>
            </a:r>
            <a:endParaRPr lang="en-IN" sz="5400" b="1" dirty="0" smtClean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sz="5400" b="1" dirty="0" smtClean="0"/>
              <a:t>Words of </a:t>
            </a:r>
            <a:r>
              <a:rPr lang="en-GB" sz="5400" b="1" dirty="0" err="1"/>
              <a:t>S</a:t>
            </a:r>
            <a:r>
              <a:rPr lang="en-GB" sz="5400" b="1" dirty="0" err="1" smtClean="0"/>
              <a:t>athya</a:t>
            </a:r>
            <a:r>
              <a:rPr lang="en-GB" sz="5400" b="1" dirty="0" smtClean="0"/>
              <a:t> – “I am Sai Baba”.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sz="5400" b="1" dirty="0" err="1" smtClean="0"/>
              <a:t>Venkavadootha’s</a:t>
            </a:r>
            <a:r>
              <a:rPr lang="en-GB" sz="5400" b="1" dirty="0" smtClean="0"/>
              <a:t> wish.</a:t>
            </a:r>
          </a:p>
        </p:txBody>
      </p:sp>
    </p:spTree>
    <p:extLst>
      <p:ext uri="{BB962C8B-B14F-4D97-AF65-F5344CB8AC3E}">
        <p14:creationId xmlns:p14="http://schemas.microsoft.com/office/powerpoint/2010/main" val="406035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2505" y="989794"/>
            <a:ext cx="118387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GB" sz="5400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5400" b="1" dirty="0" smtClean="0"/>
              <a:t>Government </a:t>
            </a:r>
            <a:r>
              <a:rPr lang="en-GB" sz="5400" b="1" dirty="0" smtClean="0"/>
              <a:t>Officer-ardent </a:t>
            </a:r>
            <a:r>
              <a:rPr lang="en-GB" sz="5400" b="1" dirty="0" smtClean="0"/>
              <a:t>worshipper of </a:t>
            </a:r>
            <a:r>
              <a:rPr lang="en-GB" sz="5400" b="1" dirty="0" err="1" smtClean="0"/>
              <a:t>Shirdi</a:t>
            </a:r>
            <a:r>
              <a:rPr lang="en-GB" sz="5400" b="1" dirty="0" smtClean="0"/>
              <a:t> Sai Baba.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5400" b="1" dirty="0" smtClean="0"/>
              <a:t>Challenge to </a:t>
            </a:r>
            <a:r>
              <a:rPr lang="en-GB" sz="5400" b="1" dirty="0" err="1" smtClean="0"/>
              <a:t>Sathya</a:t>
            </a:r>
            <a:r>
              <a:rPr lang="en-GB" sz="5400" b="1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5400" b="1" dirty="0" err="1" smtClean="0"/>
              <a:t>Sathya</a:t>
            </a:r>
            <a:r>
              <a:rPr lang="en-GB" sz="5400" b="1" dirty="0" smtClean="0"/>
              <a:t> school life resumes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94466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952" y="1797803"/>
            <a:ext cx="117580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4000" b="1" dirty="0" smtClean="0"/>
              <a:t>Thursdays at </a:t>
            </a:r>
            <a:r>
              <a:rPr lang="en-GB" sz="4000" b="1" dirty="0" err="1" smtClean="0"/>
              <a:t>Uravakonda</a:t>
            </a:r>
            <a:endParaRPr lang="en-GB" sz="4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4000" b="1" dirty="0" smtClean="0"/>
              <a:t>Test to </a:t>
            </a:r>
            <a:r>
              <a:rPr lang="en-GB" sz="4000" b="1" dirty="0" err="1" smtClean="0"/>
              <a:t>Sathya</a:t>
            </a:r>
            <a:r>
              <a:rPr lang="en-GB" sz="4000" b="1" dirty="0" smtClean="0"/>
              <a:t>-</a:t>
            </a:r>
            <a:r>
              <a:rPr lang="en-GB" sz="4000" b="1" i="1" dirty="0" smtClean="0"/>
              <a:t>Vedanta </a:t>
            </a:r>
            <a:r>
              <a:rPr lang="en-GB" sz="4000" b="1" i="1" dirty="0" err="1" smtClean="0"/>
              <a:t>Sadhana</a:t>
            </a:r>
            <a:endParaRPr lang="en-IN" sz="4000" b="1" i="1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4000" b="1" dirty="0" smtClean="0"/>
              <a:t>Invitations from </a:t>
            </a:r>
            <a:r>
              <a:rPr lang="en-GB" sz="4000" b="1" dirty="0" err="1" smtClean="0"/>
              <a:t>Hospet</a:t>
            </a:r>
            <a:r>
              <a:rPr lang="en-GB" sz="4000" b="1" dirty="0" smtClean="0"/>
              <a:t> by various  officers- The Deputy Inspector of Schools, the health officer, some municipal councillors, few merchants , etc.</a:t>
            </a:r>
          </a:p>
        </p:txBody>
      </p:sp>
    </p:spTree>
    <p:extLst>
      <p:ext uri="{BB962C8B-B14F-4D97-AF65-F5344CB8AC3E}">
        <p14:creationId xmlns:p14="http://schemas.microsoft.com/office/powerpoint/2010/main" val="85870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6478" y="2197290"/>
            <a:ext cx="1189174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4400" b="1" dirty="0" smtClean="0"/>
              <a:t>Satya’s omnipresence at Lord </a:t>
            </a:r>
            <a:r>
              <a:rPr lang="en-GB" sz="4400" b="1" dirty="0" err="1" smtClean="0"/>
              <a:t>Virupaksha</a:t>
            </a:r>
            <a:r>
              <a:rPr lang="en-GB" sz="4400" b="1" dirty="0" smtClean="0"/>
              <a:t> temple.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4400" b="1" dirty="0" err="1" smtClean="0"/>
              <a:t>Sathya’s</a:t>
            </a:r>
            <a:r>
              <a:rPr lang="en-GB" sz="4400" b="1" dirty="0" smtClean="0"/>
              <a:t> omnipotence –</a:t>
            </a:r>
            <a:r>
              <a:rPr lang="en-GB" sz="4400" b="1" dirty="0"/>
              <a:t> </a:t>
            </a:r>
            <a:r>
              <a:rPr lang="en-GB" sz="4400" b="1" dirty="0" smtClean="0"/>
              <a:t>Cured a TB patient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4400" b="1" dirty="0" smtClean="0"/>
              <a:t>20</a:t>
            </a:r>
            <a:r>
              <a:rPr lang="en-GB" sz="4400" b="1" baseline="30000" dirty="0" smtClean="0"/>
              <a:t>th</a:t>
            </a:r>
            <a:r>
              <a:rPr lang="en-GB" sz="4400" b="1" dirty="0" smtClean="0"/>
              <a:t> October,1940 – The Avatar Declaration Day.</a:t>
            </a:r>
          </a:p>
        </p:txBody>
      </p:sp>
    </p:spTree>
    <p:extLst>
      <p:ext uri="{BB962C8B-B14F-4D97-AF65-F5344CB8AC3E}">
        <p14:creationId xmlns:p14="http://schemas.microsoft.com/office/powerpoint/2010/main" val="72605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954" y="1651379"/>
            <a:ext cx="117916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4800" b="1" dirty="0" smtClean="0"/>
              <a:t>Sai Baba’s first </a:t>
            </a:r>
            <a:r>
              <a:rPr lang="en-GB" sz="4800" b="1" dirty="0" err="1" smtClean="0"/>
              <a:t>bhajan</a:t>
            </a:r>
            <a:r>
              <a:rPr lang="en-GB" sz="4800" b="1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4800" b="1" dirty="0" smtClean="0"/>
              <a:t>The Photograph-Rock turning into an idol of </a:t>
            </a:r>
            <a:r>
              <a:rPr lang="en-GB" sz="4800" b="1" dirty="0" err="1" smtClean="0"/>
              <a:t>Shirdi</a:t>
            </a:r>
            <a:r>
              <a:rPr lang="en-GB" sz="4800" b="1" dirty="0" smtClean="0"/>
              <a:t> Sai Baba.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4800" b="1" dirty="0" smtClean="0"/>
              <a:t>Return of </a:t>
            </a:r>
            <a:r>
              <a:rPr lang="en-GB" sz="4800" b="1" i="1" dirty="0" smtClean="0"/>
              <a:t>Maya</a:t>
            </a:r>
            <a:r>
              <a:rPr lang="en-GB" sz="4800" b="1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4800" b="1" dirty="0" smtClean="0"/>
              <a:t>Baba’s return to </a:t>
            </a:r>
            <a:r>
              <a:rPr lang="en-GB" sz="4800" b="1" dirty="0" err="1" smtClean="0"/>
              <a:t>Puttaparthi</a:t>
            </a:r>
            <a:r>
              <a:rPr lang="en-GB" sz="4800" b="1" dirty="0" smtClean="0"/>
              <a:t>.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396890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25614" y="5485810"/>
            <a:ext cx="92520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b="1" i="1" dirty="0" smtClean="0">
                <a:latin typeface="Berlin Sans FB Demi" panose="020E0802020502020306" pitchFamily="34" charset="0"/>
              </a:rPr>
              <a:t>…JAI SAI RAM</a:t>
            </a:r>
            <a:endParaRPr lang="en-IN" sz="9600" b="1" i="1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65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516</Words>
  <Application>Microsoft Office PowerPoint</Application>
  <PresentationFormat>Widescreen</PresentationFormat>
  <Paragraphs>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Algerian</vt:lpstr>
      <vt:lpstr>Arial</vt:lpstr>
      <vt:lpstr>Bahnschrift SemiBold Condensed</vt:lpstr>
      <vt:lpstr>Berlin Sans FB Demi</vt:lpstr>
      <vt:lpstr>Calibri</vt:lpstr>
      <vt:lpstr>Calibri Light</vt:lpstr>
      <vt:lpstr>Wingdings</vt:lpstr>
      <vt:lpstr>Office Theme</vt:lpstr>
      <vt:lpstr>PowerPoint Presentation</vt:lpstr>
      <vt:lpstr>T H E    S E R P E N T   H I L 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bba1</dc:creator>
  <cp:lastModifiedBy>student</cp:lastModifiedBy>
  <cp:revision>40</cp:revision>
  <dcterms:created xsi:type="dcterms:W3CDTF">2023-08-29T07:40:50Z</dcterms:created>
  <dcterms:modified xsi:type="dcterms:W3CDTF">2023-09-22T10:04:47Z</dcterms:modified>
</cp:coreProperties>
</file>