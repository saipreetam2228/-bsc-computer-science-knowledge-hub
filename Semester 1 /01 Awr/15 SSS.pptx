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9.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10.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3" r:id="rId6"/>
    <p:sldMasterId id="2147483726" r:id="rId7"/>
    <p:sldMasterId id="2147483739" r:id="rId8"/>
    <p:sldMasterId id="2147483960" r:id="rId9"/>
    <p:sldMasterId id="2147483973" r:id="rId10"/>
    <p:sldMasterId id="2147484064" r:id="rId11"/>
  </p:sldMasterIdLst>
  <p:notesMasterIdLst>
    <p:notesMasterId r:id="rId30"/>
  </p:notesMasterIdLst>
  <p:sldIdLst>
    <p:sldId id="312" r:id="rId12"/>
    <p:sldId id="256" r:id="rId13"/>
    <p:sldId id="257" r:id="rId14"/>
    <p:sldId id="258" r:id="rId15"/>
    <p:sldId id="260" r:id="rId16"/>
    <p:sldId id="259" r:id="rId17"/>
    <p:sldId id="262" r:id="rId18"/>
    <p:sldId id="313" r:id="rId19"/>
    <p:sldId id="314" r:id="rId20"/>
    <p:sldId id="317" r:id="rId21"/>
    <p:sldId id="282" r:id="rId22"/>
    <p:sldId id="318" r:id="rId23"/>
    <p:sldId id="319" r:id="rId24"/>
    <p:sldId id="322" r:id="rId25"/>
    <p:sldId id="323" r:id="rId26"/>
    <p:sldId id="315" r:id="rId27"/>
    <p:sldId id="261" r:id="rId28"/>
    <p:sldId id="293" r:id="rId2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C78C"/>
    <a:srgbClr val="004071"/>
    <a:srgbClr val="5269DA"/>
    <a:srgbClr val="D7DE7E"/>
    <a:srgbClr val="E7CEA5"/>
    <a:srgbClr val="BEBE46"/>
    <a:srgbClr val="6359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88" autoAdjust="0"/>
    <p:restoredTop sz="94660"/>
  </p:normalViewPr>
  <p:slideViewPr>
    <p:cSldViewPr snapToGrid="0">
      <p:cViewPr varScale="1">
        <p:scale>
          <a:sx n="90" d="100"/>
          <a:sy n="90" d="100"/>
        </p:scale>
        <p:origin x="12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slide" Target="slides/slide10.xml"/><Relationship Id="rId34"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notesMaster" Target="notesMasters/notesMaster1.xml"/><Relationship Id="rId8" Type="http://schemas.openxmlformats.org/officeDocument/2006/relationships/slideMaster" Target="slideMasters/slideMaster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DD01D3-BD7D-4B8F-80FF-FB5F8BC8C61C}" type="datetimeFigureOut">
              <a:rPr lang="en-IN" smtClean="0"/>
              <a:t>23-09-2023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A2D0F-76CC-43B5-A5D5-806CE171EF5B}" type="slidenum">
              <a:rPr lang="en-IN" smtClean="0"/>
              <a:t>‹#›</a:t>
            </a:fld>
            <a:endParaRPr lang="en-IN"/>
          </a:p>
        </p:txBody>
      </p:sp>
    </p:spTree>
    <p:extLst>
      <p:ext uri="{BB962C8B-B14F-4D97-AF65-F5344CB8AC3E}">
        <p14:creationId xmlns:p14="http://schemas.microsoft.com/office/powerpoint/2010/main" val="1257698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5"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8"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2"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3"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4"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6"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7"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8"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0"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1"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2"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4"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5"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7"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8"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9"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0"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32"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3"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4"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5"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6"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7"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45"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47"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49"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50"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54"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55"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56"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58"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5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60"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62"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63"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64"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66"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67"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69"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0"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1"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2"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74"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5"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6"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7"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8"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9"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1"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3"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5"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6"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8"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00"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01"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02"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04"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05"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06"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08"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0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10"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12"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13"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15"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16"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17"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18"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20"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1"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2"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3"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4"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5"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29"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31"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33"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34"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6"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38"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39"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40"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42"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43"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44"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46"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47"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48"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50"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51"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53"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54"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55"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56"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58"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59"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60"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61"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62"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63"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67"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69"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71"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72"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4"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76"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77"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78"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80"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81"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82"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84"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85"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86"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88"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89"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9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92"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93"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94"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96"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97"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98"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99"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00"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01"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07"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09"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1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11"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12"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1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14"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1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16"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17"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18"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1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20"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21"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22"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24"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25"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26"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2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28"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29"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3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3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32"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33"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34"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3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36"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37"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38"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39"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40"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41"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4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46"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4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48"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50"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51"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3"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55"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56"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57"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59"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60"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61"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6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63"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64"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65"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67"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68"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70"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71"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72"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73"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7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75"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76"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77"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78"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79"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80"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84"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8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88"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89"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1"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93"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94"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95"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9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98"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99"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30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02"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03"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305"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06"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308"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0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10"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11"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313"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14"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15"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16"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17"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18"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4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42"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4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44"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4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46"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47"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4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49"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5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5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52"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53"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5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55"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56"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57"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59"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60"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61"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6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63"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64"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96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66"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67"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68"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69"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97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71"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72"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73"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74"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75"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76"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8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81"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8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83"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8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85"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86"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8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88"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8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90"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91"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92"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9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94"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95"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96"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9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998"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9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000"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0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002"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003"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0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005"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006"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007"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008"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0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010"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011"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012"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013"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014"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015"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5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252"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5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254"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5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256"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57"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5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59"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6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26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62"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63"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26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265"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66"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67"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26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269"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70"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71"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27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273"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74"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7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276"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77"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78"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79"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8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281"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82"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83"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84"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85"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286"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theme" Target="../theme/theme8.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theme" Target="../theme/theme9.xml"/><Relationship Id="rId3" Type="http://schemas.openxmlformats.org/officeDocument/2006/relationships/slideLayout" Target="../slideLayouts/slideLayout99.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0" Type="http://schemas.openxmlformats.org/officeDocument/2006/relationships/slideLayout" Target="../slideLayouts/slideLayout106.xml"/><Relationship Id="rId4" Type="http://schemas.openxmlformats.org/officeDocument/2006/relationships/slideLayout" Target="../slideLayouts/slideLayout100.xml"/><Relationship Id="rId9" Type="http://schemas.openxmlformats.org/officeDocument/2006/relationships/slideLayout" Target="../slideLayouts/slideLayout105.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theme" Target="../theme/theme10.xml"/><Relationship Id="rId3" Type="http://schemas.openxmlformats.org/officeDocument/2006/relationships/slideLayout" Target="../slideLayouts/slideLayout111.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2" Type="http://schemas.openxmlformats.org/officeDocument/2006/relationships/slideLayout" Target="../slideLayouts/slideLayout110.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5" Type="http://schemas.openxmlformats.org/officeDocument/2006/relationships/slideLayout" Target="../slideLayouts/slideLayout113.xml"/><Relationship Id="rId10" Type="http://schemas.openxmlformats.org/officeDocument/2006/relationships/slideLayout" Target="../slideLayouts/slideLayout118.xml"/><Relationship Id="rId4" Type="http://schemas.openxmlformats.org/officeDocument/2006/relationships/slideLayout" Target="../slideLayouts/slideLayout112.xml"/><Relationship Id="rId9" Type="http://schemas.openxmlformats.org/officeDocument/2006/relationships/slideLayout" Target="../slideLayouts/slideLayout117.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theme" Target="../theme/theme11.xml"/><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slideLayout" Target="../slideLayouts/slideLayout132.xml"/><Relationship Id="rId2" Type="http://schemas.openxmlformats.org/officeDocument/2006/relationships/slideLayout" Target="../slideLayouts/slideLayout122.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5" Type="http://schemas.openxmlformats.org/officeDocument/2006/relationships/slideLayout" Target="../slideLayouts/slideLayout125.xml"/><Relationship Id="rId10" Type="http://schemas.openxmlformats.org/officeDocument/2006/relationships/slideLayout" Target="../slideLayouts/slideLayout130.xml"/><Relationship Id="rId4" Type="http://schemas.openxmlformats.org/officeDocument/2006/relationships/slideLayout" Target="../slideLayouts/slideLayout124.xml"/><Relationship Id="rId9" Type="http://schemas.openxmlformats.org/officeDocument/2006/relationships/slideLayout" Target="../slideLayouts/slideLayout12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1169640"/>
            <a:ext cx="4608360" cy="2118960"/>
          </a:xfrm>
          <a:prstGeom prst="rect">
            <a:avLst/>
          </a:prstGeom>
          <a:noFill/>
          <a:ln w="0">
            <a:noFill/>
          </a:ln>
        </p:spPr>
        <p:txBody>
          <a:bodyPr tIns="91440" bIns="91440" anchor="t">
            <a:noAutofit/>
          </a:bodyPr>
          <a:lstStyle/>
          <a:p>
            <a:r>
              <a:rPr lang="en-IN" sz="6300" b="0" strike="noStrike" spc="-1">
                <a:solidFill>
                  <a:srgbClr val="000000"/>
                </a:solidFill>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IN"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IN"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IN"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IN"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12440" y="475560"/>
            <a:ext cx="7719120" cy="529920"/>
          </a:xfrm>
          <a:prstGeom prst="rect">
            <a:avLst/>
          </a:prstGeom>
          <a:noFill/>
          <a:ln w="0">
            <a:noFill/>
          </a:ln>
        </p:spPr>
        <p:txBody>
          <a:bodyPr tIns="91440" bIns="91440" anchor="t">
            <a:noAutofit/>
          </a:bodyPr>
          <a:lstStyle/>
          <a:p>
            <a:r>
              <a:rPr lang="en-IN" sz="3400" b="0" strike="noStrike" spc="-1">
                <a:solidFill>
                  <a:srgbClr val="000000"/>
                </a:solidFill>
                <a:latin typeface="Arial"/>
              </a:rPr>
              <a:t>Click to edit the title text format</a:t>
            </a:r>
          </a:p>
        </p:txBody>
      </p:sp>
      <p:pic>
        <p:nvPicPr>
          <p:cNvPr id="39" name="Google Shape;18;p4"/>
          <p:cNvPicPr/>
          <p:nvPr/>
        </p:nvPicPr>
        <p:blipFill>
          <a:blip r:embed="rId14"/>
          <a:stretch/>
        </p:blipFill>
        <p:spPr>
          <a:xfrm>
            <a:off x="8388720" y="-617040"/>
            <a:ext cx="3571560" cy="3555000"/>
          </a:xfrm>
          <a:prstGeom prst="rect">
            <a:avLst/>
          </a:prstGeom>
          <a:ln w="0">
            <a:noFill/>
          </a:ln>
        </p:spPr>
      </p:pic>
      <p:pic>
        <p:nvPicPr>
          <p:cNvPr id="40" name="Google Shape;19;p4"/>
          <p:cNvPicPr/>
          <p:nvPr/>
        </p:nvPicPr>
        <p:blipFill>
          <a:blip r:embed="rId15"/>
          <a:stretch/>
        </p:blipFill>
        <p:spPr>
          <a:xfrm>
            <a:off x="8530200" y="176760"/>
            <a:ext cx="839160" cy="803520"/>
          </a:xfrm>
          <a:prstGeom prst="rect">
            <a:avLst/>
          </a:prstGeom>
          <a:ln w="0">
            <a:noFill/>
          </a:ln>
        </p:spPr>
      </p:pic>
      <p:pic>
        <p:nvPicPr>
          <p:cNvPr id="41" name="Google Shape;20;p4"/>
          <p:cNvPicPr/>
          <p:nvPr/>
        </p:nvPicPr>
        <p:blipFill>
          <a:blip r:embed="rId16"/>
          <a:stretch/>
        </p:blipFill>
        <p:spPr>
          <a:xfrm>
            <a:off x="-44640" y="4370040"/>
            <a:ext cx="588240" cy="618120"/>
          </a:xfrm>
          <a:prstGeom prst="rect">
            <a:avLst/>
          </a:prstGeom>
          <a:ln w="0">
            <a:noFill/>
          </a:ln>
        </p:spPr>
      </p:pic>
      <p:pic>
        <p:nvPicPr>
          <p:cNvPr id="42" name="Google Shape;21;p4"/>
          <p:cNvPicPr/>
          <p:nvPr/>
        </p:nvPicPr>
        <p:blipFill>
          <a:blip r:embed="rId14"/>
          <a:stretch/>
        </p:blipFill>
        <p:spPr>
          <a:xfrm>
            <a:off x="-2899080" y="2084400"/>
            <a:ext cx="3571560" cy="3555000"/>
          </a:xfrm>
          <a:prstGeom prst="rect">
            <a:avLst/>
          </a:prstGeom>
          <a:ln w="0">
            <a:noFill/>
          </a:ln>
        </p:spPr>
      </p:pic>
      <p:sp>
        <p:nvSpPr>
          <p:cNvPr id="4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IN"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IN"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IN"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IN"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713160" y="1650240"/>
            <a:ext cx="2084400" cy="577440"/>
          </a:xfrm>
          <a:prstGeom prst="rect">
            <a:avLst/>
          </a:prstGeom>
          <a:noFill/>
          <a:ln w="0">
            <a:noFill/>
          </a:ln>
        </p:spPr>
        <p:txBody>
          <a:bodyPr tIns="91440" bIns="91440" anchor="t">
            <a:noAutofit/>
          </a:bodyPr>
          <a:lstStyle/>
          <a:p>
            <a:r>
              <a:rPr lang="en-IN" sz="1900" b="0" strike="noStrike" spc="-1">
                <a:solidFill>
                  <a:srgbClr val="000000"/>
                </a:solidFill>
                <a:latin typeface="Arial"/>
              </a:rPr>
              <a:t>Click to edit the title text format</a:t>
            </a:r>
          </a:p>
        </p:txBody>
      </p:sp>
      <p:sp>
        <p:nvSpPr>
          <p:cNvPr id="81" name="PlaceHolder 2"/>
          <p:cNvSpPr>
            <a:spLocks noGrp="1"/>
          </p:cNvSpPr>
          <p:nvPr>
            <p:ph type="title"/>
          </p:nvPr>
        </p:nvSpPr>
        <p:spPr>
          <a:xfrm>
            <a:off x="713160" y="1100520"/>
            <a:ext cx="2084400" cy="577440"/>
          </a:xfrm>
          <a:prstGeom prst="rect">
            <a:avLst/>
          </a:prstGeom>
          <a:noFill/>
          <a:ln w="0">
            <a:noFill/>
          </a:ln>
        </p:spPr>
        <p:txBody>
          <a:bodyPr tIns="91440" bIns="91440" anchor="t">
            <a:noAutofit/>
          </a:bodyPr>
          <a:lstStyle/>
          <a:p>
            <a:pPr>
              <a:lnSpc>
                <a:spcPct val="100000"/>
              </a:lnSpc>
              <a:buNone/>
            </a:pPr>
            <a:r>
              <a:rPr lang="en-IN" sz="3700" b="0" strike="noStrike" spc="-1">
                <a:solidFill>
                  <a:srgbClr val="E9C78C"/>
                </a:solidFill>
                <a:latin typeface="Josefin Sans"/>
                <a:ea typeface="Josefin Sans"/>
              </a:rPr>
              <a:t>xx%</a:t>
            </a:r>
            <a:endParaRPr lang="en-IN" sz="3700" b="0" strike="noStrike" spc="-1">
              <a:solidFill>
                <a:srgbClr val="000000"/>
              </a:solidFill>
              <a:latin typeface="Arial"/>
            </a:endParaRPr>
          </a:p>
        </p:txBody>
      </p:sp>
      <p:sp>
        <p:nvSpPr>
          <p:cNvPr id="82" name="PlaceHolder 3"/>
          <p:cNvSpPr>
            <a:spLocks noGrp="1"/>
          </p:cNvSpPr>
          <p:nvPr>
            <p:ph type="title"/>
          </p:nvPr>
        </p:nvSpPr>
        <p:spPr>
          <a:xfrm>
            <a:off x="6346080" y="1650240"/>
            <a:ext cx="2084400" cy="577440"/>
          </a:xfrm>
          <a:prstGeom prst="rect">
            <a:avLst/>
          </a:prstGeom>
          <a:noFill/>
          <a:ln w="0">
            <a:noFill/>
          </a:ln>
        </p:spPr>
        <p:txBody>
          <a:bodyPr tIns="91440" bIns="91440" anchor="t">
            <a:noAutofit/>
          </a:bodyPr>
          <a:lstStyle/>
          <a:p>
            <a:r>
              <a:rPr lang="en-IN" sz="1900" b="0" strike="noStrike" spc="-1">
                <a:solidFill>
                  <a:srgbClr val="000000"/>
                </a:solidFill>
                <a:latin typeface="Arial"/>
              </a:rPr>
              <a:t>Click to edit the title text format</a:t>
            </a:r>
          </a:p>
        </p:txBody>
      </p:sp>
      <p:sp>
        <p:nvSpPr>
          <p:cNvPr id="83" name="PlaceHolder 4"/>
          <p:cNvSpPr>
            <a:spLocks noGrp="1"/>
          </p:cNvSpPr>
          <p:nvPr>
            <p:ph type="title"/>
          </p:nvPr>
        </p:nvSpPr>
        <p:spPr>
          <a:xfrm>
            <a:off x="6346080" y="1101960"/>
            <a:ext cx="2084400" cy="576000"/>
          </a:xfrm>
          <a:prstGeom prst="rect">
            <a:avLst/>
          </a:prstGeom>
          <a:noFill/>
          <a:ln w="0">
            <a:noFill/>
          </a:ln>
        </p:spPr>
        <p:txBody>
          <a:bodyPr tIns="91440" bIns="91440" anchor="t">
            <a:noAutofit/>
          </a:bodyPr>
          <a:lstStyle/>
          <a:p>
            <a:pPr algn="r">
              <a:lnSpc>
                <a:spcPct val="100000"/>
              </a:lnSpc>
              <a:buNone/>
            </a:pPr>
            <a:r>
              <a:rPr lang="en-IN" sz="3700" b="0" strike="noStrike" spc="-1">
                <a:solidFill>
                  <a:srgbClr val="E9C78C"/>
                </a:solidFill>
                <a:latin typeface="Josefin Sans"/>
                <a:ea typeface="Josefin Sans"/>
              </a:rPr>
              <a:t>xx%</a:t>
            </a:r>
            <a:endParaRPr lang="en-IN" sz="3700" b="0" strike="noStrike" spc="-1">
              <a:solidFill>
                <a:srgbClr val="000000"/>
              </a:solidFill>
              <a:latin typeface="Arial"/>
            </a:endParaRPr>
          </a:p>
        </p:txBody>
      </p:sp>
      <p:sp>
        <p:nvSpPr>
          <p:cNvPr id="84" name="PlaceHolder 5"/>
          <p:cNvSpPr>
            <a:spLocks noGrp="1"/>
          </p:cNvSpPr>
          <p:nvPr>
            <p:ph type="title"/>
          </p:nvPr>
        </p:nvSpPr>
        <p:spPr>
          <a:xfrm>
            <a:off x="713160" y="3490920"/>
            <a:ext cx="2084400" cy="577440"/>
          </a:xfrm>
          <a:prstGeom prst="rect">
            <a:avLst/>
          </a:prstGeom>
          <a:noFill/>
          <a:ln w="0">
            <a:noFill/>
          </a:ln>
        </p:spPr>
        <p:txBody>
          <a:bodyPr tIns="91440" bIns="91440" anchor="t">
            <a:noAutofit/>
          </a:bodyPr>
          <a:lstStyle/>
          <a:p>
            <a:r>
              <a:rPr lang="en-IN" sz="1900" b="0" strike="noStrike" spc="-1">
                <a:solidFill>
                  <a:srgbClr val="000000"/>
                </a:solidFill>
                <a:latin typeface="Arial"/>
              </a:rPr>
              <a:t>Click to edit the title text format</a:t>
            </a:r>
          </a:p>
        </p:txBody>
      </p:sp>
      <p:sp>
        <p:nvSpPr>
          <p:cNvPr id="85" name="PlaceHolder 6"/>
          <p:cNvSpPr>
            <a:spLocks noGrp="1"/>
          </p:cNvSpPr>
          <p:nvPr>
            <p:ph type="title"/>
          </p:nvPr>
        </p:nvSpPr>
        <p:spPr>
          <a:xfrm>
            <a:off x="713160" y="2939760"/>
            <a:ext cx="2084400" cy="577440"/>
          </a:xfrm>
          <a:prstGeom prst="rect">
            <a:avLst/>
          </a:prstGeom>
          <a:noFill/>
          <a:ln w="0">
            <a:noFill/>
          </a:ln>
        </p:spPr>
        <p:txBody>
          <a:bodyPr tIns="91440" bIns="91440" anchor="t">
            <a:noAutofit/>
          </a:bodyPr>
          <a:lstStyle/>
          <a:p>
            <a:pPr>
              <a:lnSpc>
                <a:spcPct val="100000"/>
              </a:lnSpc>
              <a:buNone/>
            </a:pPr>
            <a:r>
              <a:rPr lang="en-IN" sz="3700" b="0" strike="noStrike" spc="-1">
                <a:solidFill>
                  <a:srgbClr val="E9C78C"/>
                </a:solidFill>
                <a:latin typeface="Josefin Sans"/>
                <a:ea typeface="Josefin Sans"/>
              </a:rPr>
              <a:t>xx%</a:t>
            </a:r>
            <a:endParaRPr lang="en-IN" sz="3700" b="0" strike="noStrike" spc="-1">
              <a:solidFill>
                <a:srgbClr val="000000"/>
              </a:solidFill>
              <a:latin typeface="Arial"/>
            </a:endParaRPr>
          </a:p>
        </p:txBody>
      </p:sp>
      <p:sp>
        <p:nvSpPr>
          <p:cNvPr id="86" name="PlaceHolder 7"/>
          <p:cNvSpPr>
            <a:spLocks noGrp="1"/>
          </p:cNvSpPr>
          <p:nvPr>
            <p:ph type="title"/>
          </p:nvPr>
        </p:nvSpPr>
        <p:spPr>
          <a:xfrm>
            <a:off x="6346080" y="3490920"/>
            <a:ext cx="2084400" cy="577440"/>
          </a:xfrm>
          <a:prstGeom prst="rect">
            <a:avLst/>
          </a:prstGeom>
          <a:noFill/>
          <a:ln w="0">
            <a:noFill/>
          </a:ln>
        </p:spPr>
        <p:txBody>
          <a:bodyPr tIns="91440" bIns="91440" anchor="t">
            <a:noAutofit/>
          </a:bodyPr>
          <a:lstStyle/>
          <a:p>
            <a:r>
              <a:rPr lang="en-IN" sz="1900" b="0" strike="noStrike" spc="-1">
                <a:solidFill>
                  <a:srgbClr val="000000"/>
                </a:solidFill>
                <a:latin typeface="Arial"/>
              </a:rPr>
              <a:t>Click to edit the title text format</a:t>
            </a:r>
          </a:p>
        </p:txBody>
      </p:sp>
      <p:sp>
        <p:nvSpPr>
          <p:cNvPr id="87" name="PlaceHolder 8"/>
          <p:cNvSpPr>
            <a:spLocks noGrp="1"/>
          </p:cNvSpPr>
          <p:nvPr>
            <p:ph type="title"/>
          </p:nvPr>
        </p:nvSpPr>
        <p:spPr>
          <a:xfrm>
            <a:off x="6346080" y="2939760"/>
            <a:ext cx="2084400" cy="577440"/>
          </a:xfrm>
          <a:prstGeom prst="rect">
            <a:avLst/>
          </a:prstGeom>
          <a:noFill/>
          <a:ln w="0">
            <a:noFill/>
          </a:ln>
        </p:spPr>
        <p:txBody>
          <a:bodyPr tIns="91440" bIns="91440" anchor="t">
            <a:noAutofit/>
          </a:bodyPr>
          <a:lstStyle/>
          <a:p>
            <a:pPr algn="r">
              <a:lnSpc>
                <a:spcPct val="100000"/>
              </a:lnSpc>
              <a:buNone/>
            </a:pPr>
            <a:r>
              <a:rPr lang="en-IN" sz="3700" b="0" strike="noStrike" spc="-1">
                <a:solidFill>
                  <a:srgbClr val="E9C78C"/>
                </a:solidFill>
                <a:latin typeface="Josefin Sans"/>
                <a:ea typeface="Josefin Sans"/>
              </a:rPr>
              <a:t>xx%</a:t>
            </a:r>
            <a:endParaRPr lang="en-IN" sz="3700" b="0" strike="noStrike" spc="-1">
              <a:solidFill>
                <a:srgbClr val="000000"/>
              </a:solidFill>
              <a:latin typeface="Arial"/>
            </a:endParaRPr>
          </a:p>
        </p:txBody>
      </p:sp>
      <p:sp>
        <p:nvSpPr>
          <p:cNvPr id="88" name="PlaceHolder 9"/>
          <p:cNvSpPr>
            <a:spLocks noGrp="1"/>
          </p:cNvSpPr>
          <p:nvPr>
            <p:ph type="title"/>
          </p:nvPr>
        </p:nvSpPr>
        <p:spPr>
          <a:xfrm>
            <a:off x="713160" y="475920"/>
            <a:ext cx="7717320" cy="525600"/>
          </a:xfrm>
          <a:prstGeom prst="rect">
            <a:avLst/>
          </a:prstGeom>
          <a:noFill/>
          <a:ln w="0">
            <a:noFill/>
          </a:ln>
        </p:spPr>
        <p:txBody>
          <a:bodyPr tIns="91440" bIns="91440" anchor="t">
            <a:noAutofit/>
          </a:bodyPr>
          <a:lstStyle/>
          <a:p>
            <a:r>
              <a:rPr lang="en-IN" sz="3400" b="0" strike="noStrike" spc="-1">
                <a:solidFill>
                  <a:srgbClr val="000000"/>
                </a:solidFill>
                <a:latin typeface="Arial"/>
              </a:rPr>
              <a:t>Click to edit the title text format</a:t>
            </a:r>
          </a:p>
        </p:txBody>
      </p:sp>
      <p:sp>
        <p:nvSpPr>
          <p:cNvPr id="89" name="PlaceHolder 10"/>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IN"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IN"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IN"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IN"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26" name="PlaceHolder 1"/>
          <p:cNvSpPr>
            <a:spLocks noGrp="1"/>
          </p:cNvSpPr>
          <p:nvPr>
            <p:ph type="title"/>
          </p:nvPr>
        </p:nvSpPr>
        <p:spPr>
          <a:xfrm>
            <a:off x="704520" y="475560"/>
            <a:ext cx="4083840" cy="529920"/>
          </a:xfrm>
          <a:prstGeom prst="rect">
            <a:avLst/>
          </a:prstGeom>
          <a:noFill/>
          <a:ln w="0">
            <a:noFill/>
          </a:ln>
        </p:spPr>
        <p:txBody>
          <a:bodyPr tIns="91440" bIns="91440" anchor="t">
            <a:noAutofit/>
          </a:bodyPr>
          <a:lstStyle/>
          <a:p>
            <a:r>
              <a:rPr lang="en-IN" sz="3400" b="0" strike="noStrike" spc="-1">
                <a:solidFill>
                  <a:srgbClr val="000000"/>
                </a:solidFill>
                <a:latin typeface="Arial"/>
              </a:rPr>
              <a:t>Click to edit the title text format</a:t>
            </a:r>
          </a:p>
        </p:txBody>
      </p:sp>
      <p:sp>
        <p:nvSpPr>
          <p:cNvPr id="127" name="PlaceHolder 2"/>
          <p:cNvSpPr>
            <a:spLocks noGrp="1"/>
          </p:cNvSpPr>
          <p:nvPr>
            <p:ph type="body"/>
          </p:nvPr>
        </p:nvSpPr>
        <p:spPr>
          <a:xfrm>
            <a:off x="4788720" y="1691640"/>
            <a:ext cx="3498840" cy="2361240"/>
          </a:xfrm>
          <a:prstGeom prst="rect">
            <a:avLst/>
          </a:prstGeom>
          <a:noFill/>
          <a:ln w="0">
            <a:noFill/>
          </a:ln>
        </p:spPr>
        <p:txBody>
          <a:bodyPr tIns="91440" bIns="91440" anchor="t">
            <a:noAutofit/>
          </a:bodyPr>
          <a:lstStyle/>
          <a:p>
            <a:pPr marL="432000" indent="-324000">
              <a:spcBef>
                <a:spcPts val="1417"/>
              </a:spcBef>
              <a:buClr>
                <a:srgbClr val="FFFFFF"/>
              </a:buClr>
              <a:buSzPct val="45000"/>
              <a:buFont typeface="Wingdings" charset="2"/>
              <a:buChar char=""/>
            </a:pPr>
            <a:r>
              <a:rPr lang="en-IN"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IN"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IN"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IN"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IN" sz="14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IN" sz="14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IN" sz="14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64" name="PlaceHolder 1"/>
          <p:cNvSpPr>
            <a:spLocks noGrp="1"/>
          </p:cNvSpPr>
          <p:nvPr>
            <p:ph type="title"/>
          </p:nvPr>
        </p:nvSpPr>
        <p:spPr>
          <a:xfrm>
            <a:off x="713160" y="1590840"/>
            <a:ext cx="4644720" cy="938160"/>
          </a:xfrm>
          <a:prstGeom prst="rect">
            <a:avLst/>
          </a:prstGeom>
          <a:noFill/>
          <a:ln w="0">
            <a:noFill/>
          </a:ln>
        </p:spPr>
        <p:txBody>
          <a:bodyPr tIns="91440" bIns="91440" anchor="t">
            <a:noAutofit/>
          </a:bodyPr>
          <a:lstStyle/>
          <a:p>
            <a:r>
              <a:rPr lang="en-IN" sz="4100" b="0" strike="noStrike" spc="-1">
                <a:solidFill>
                  <a:srgbClr val="000000"/>
                </a:solidFill>
                <a:latin typeface="Arial"/>
              </a:rPr>
              <a:t>Click to edit the title text format</a:t>
            </a:r>
          </a:p>
        </p:txBody>
      </p:sp>
      <p:sp>
        <p:nvSpPr>
          <p:cNvPr id="16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IN"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IN"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IN"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IN"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02" name="PlaceHolder 1"/>
          <p:cNvSpPr>
            <a:spLocks noGrp="1"/>
          </p:cNvSpPr>
          <p:nvPr>
            <p:ph type="title"/>
          </p:nvPr>
        </p:nvSpPr>
        <p:spPr>
          <a:xfrm>
            <a:off x="713160" y="475560"/>
            <a:ext cx="7726320" cy="529920"/>
          </a:xfrm>
          <a:prstGeom prst="rect">
            <a:avLst/>
          </a:prstGeom>
          <a:noFill/>
          <a:ln w="0">
            <a:noFill/>
          </a:ln>
        </p:spPr>
        <p:txBody>
          <a:bodyPr tIns="91440" bIns="91440" anchor="t">
            <a:noAutofit/>
          </a:bodyPr>
          <a:lstStyle/>
          <a:p>
            <a:r>
              <a:rPr lang="en-IN" sz="3400" b="0" strike="noStrike" spc="-1">
                <a:solidFill>
                  <a:srgbClr val="000000"/>
                </a:solidFill>
                <a:latin typeface="Arial"/>
              </a:rPr>
              <a:t>Click to edit the title text format</a:t>
            </a:r>
          </a:p>
        </p:txBody>
      </p:sp>
      <p:pic>
        <p:nvPicPr>
          <p:cNvPr id="203" name="Google Shape;125;p28"/>
          <p:cNvPicPr/>
          <p:nvPr/>
        </p:nvPicPr>
        <p:blipFill>
          <a:blip r:embed="rId14"/>
          <a:stretch/>
        </p:blipFill>
        <p:spPr>
          <a:xfrm>
            <a:off x="-1296360" y="514080"/>
            <a:ext cx="3571560" cy="3555000"/>
          </a:xfrm>
          <a:prstGeom prst="rect">
            <a:avLst/>
          </a:prstGeom>
          <a:ln w="0">
            <a:noFill/>
          </a:ln>
        </p:spPr>
      </p:pic>
      <p:pic>
        <p:nvPicPr>
          <p:cNvPr id="204" name="Google Shape;126;p28"/>
          <p:cNvPicPr/>
          <p:nvPr/>
        </p:nvPicPr>
        <p:blipFill>
          <a:blip r:embed="rId14"/>
          <a:stretch/>
        </p:blipFill>
        <p:spPr>
          <a:xfrm>
            <a:off x="6788880" y="1168920"/>
            <a:ext cx="3571560" cy="3555000"/>
          </a:xfrm>
          <a:prstGeom prst="rect">
            <a:avLst/>
          </a:prstGeom>
          <a:ln w="0">
            <a:noFill/>
          </a:ln>
        </p:spPr>
      </p:pic>
      <p:sp>
        <p:nvSpPr>
          <p:cNvPr id="20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IN"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IN"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IN"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IN"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42" name="PlaceHolder 1"/>
          <p:cNvSpPr>
            <a:spLocks noGrp="1"/>
          </p:cNvSpPr>
          <p:nvPr>
            <p:ph type="title"/>
          </p:nvPr>
        </p:nvSpPr>
        <p:spPr>
          <a:xfrm>
            <a:off x="3941640" y="2106720"/>
            <a:ext cx="4462560" cy="1394280"/>
          </a:xfrm>
          <a:prstGeom prst="rect">
            <a:avLst/>
          </a:prstGeom>
          <a:noFill/>
          <a:ln w="0">
            <a:noFill/>
          </a:ln>
        </p:spPr>
        <p:txBody>
          <a:bodyPr tIns="91440" bIns="91440" anchor="t">
            <a:noAutofit/>
          </a:bodyPr>
          <a:lstStyle/>
          <a:p>
            <a:r>
              <a:rPr lang="en-IN" sz="4300" b="0" strike="noStrike" spc="-1">
                <a:solidFill>
                  <a:srgbClr val="000000"/>
                </a:solidFill>
                <a:latin typeface="Arial"/>
              </a:rPr>
              <a:t>Click to edit the title text format</a:t>
            </a:r>
          </a:p>
        </p:txBody>
      </p:sp>
      <p:sp>
        <p:nvSpPr>
          <p:cNvPr id="243" name="PlaceHolder 2"/>
          <p:cNvSpPr>
            <a:spLocks noGrp="1"/>
          </p:cNvSpPr>
          <p:nvPr>
            <p:ph type="title"/>
          </p:nvPr>
        </p:nvSpPr>
        <p:spPr>
          <a:xfrm>
            <a:off x="5843160" y="737640"/>
            <a:ext cx="2561040" cy="1215720"/>
          </a:xfrm>
          <a:prstGeom prst="rect">
            <a:avLst/>
          </a:prstGeom>
          <a:noFill/>
          <a:ln w="0">
            <a:noFill/>
          </a:ln>
        </p:spPr>
        <p:txBody>
          <a:bodyPr tIns="91440" bIns="91440" anchor="t">
            <a:noAutofit/>
          </a:bodyPr>
          <a:lstStyle/>
          <a:p>
            <a:pPr algn="r">
              <a:lnSpc>
                <a:spcPct val="115000"/>
              </a:lnSpc>
              <a:buNone/>
            </a:pPr>
            <a:r>
              <a:rPr lang="en-IN" sz="9000" b="0" strike="noStrike" spc="-1">
                <a:solidFill>
                  <a:srgbClr val="E9C78C"/>
                </a:solidFill>
                <a:latin typeface="Josefin Sans"/>
                <a:ea typeface="Josefin Sans"/>
              </a:rPr>
              <a:t>xx%</a:t>
            </a:r>
            <a:endParaRPr lang="en-IN" sz="9000" b="0" strike="noStrike" spc="-1">
              <a:solidFill>
                <a:srgbClr val="000000"/>
              </a:solidFill>
              <a:latin typeface="Arial"/>
            </a:endParaRPr>
          </a:p>
        </p:txBody>
      </p:sp>
      <p:sp>
        <p:nvSpPr>
          <p:cNvPr id="244"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IN"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IN"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IN"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IN"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81" name="PlaceHolder 1"/>
          <p:cNvSpPr>
            <a:spLocks noGrp="1"/>
          </p:cNvSpPr>
          <p:nvPr>
            <p:ph type="title"/>
          </p:nvPr>
        </p:nvSpPr>
        <p:spPr>
          <a:xfrm>
            <a:off x="717120" y="1577160"/>
            <a:ext cx="2807640" cy="755280"/>
          </a:xfrm>
          <a:prstGeom prst="rect">
            <a:avLst/>
          </a:prstGeom>
          <a:noFill/>
          <a:ln w="0">
            <a:noFill/>
          </a:ln>
        </p:spPr>
        <p:txBody>
          <a:bodyPr tIns="91440" bIns="91440" anchor="b">
            <a:noAutofit/>
          </a:bodyPr>
          <a:lstStyle/>
          <a:p>
            <a:r>
              <a:rPr lang="en-IN" sz="3400" b="0" strike="noStrike" spc="-1">
                <a:solidFill>
                  <a:srgbClr val="000000"/>
                </a:solidFill>
                <a:latin typeface="Arial"/>
              </a:rPr>
              <a:t>Click to edit the title text format</a:t>
            </a:r>
          </a:p>
        </p:txBody>
      </p:sp>
      <p:sp>
        <p:nvSpPr>
          <p:cNvPr id="28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IN"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IN"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IN"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IN"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39" name="PlaceHolder 1"/>
          <p:cNvSpPr>
            <a:spLocks noGrp="1"/>
          </p:cNvSpPr>
          <p:nvPr>
            <p:ph type="title"/>
          </p:nvPr>
        </p:nvSpPr>
        <p:spPr>
          <a:xfrm>
            <a:off x="713160" y="475560"/>
            <a:ext cx="3611160" cy="529920"/>
          </a:xfrm>
          <a:prstGeom prst="rect">
            <a:avLst/>
          </a:prstGeom>
          <a:noFill/>
          <a:ln w="0">
            <a:noFill/>
          </a:ln>
        </p:spPr>
        <p:txBody>
          <a:bodyPr tIns="91440" bIns="91440" anchor="t">
            <a:noAutofit/>
          </a:bodyPr>
          <a:lstStyle/>
          <a:p>
            <a:r>
              <a:rPr lang="en-IN" sz="3400" b="0" strike="noStrike" spc="-1">
                <a:solidFill>
                  <a:srgbClr val="000000"/>
                </a:solidFill>
                <a:latin typeface="Arial"/>
              </a:rPr>
              <a:t>Click to edit the title text format</a:t>
            </a:r>
          </a:p>
        </p:txBody>
      </p:sp>
      <p:sp>
        <p:nvSpPr>
          <p:cNvPr id="94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IN"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IN"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IN"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IN"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 id="21474839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77" name="PlaceHolder 1"/>
          <p:cNvSpPr>
            <a:spLocks noGrp="1"/>
          </p:cNvSpPr>
          <p:nvPr>
            <p:ph type="title"/>
          </p:nvPr>
        </p:nvSpPr>
        <p:spPr>
          <a:xfrm>
            <a:off x="2552760" y="2716200"/>
            <a:ext cx="4390560" cy="1361160"/>
          </a:xfrm>
          <a:prstGeom prst="rect">
            <a:avLst/>
          </a:prstGeom>
          <a:noFill/>
          <a:ln w="0">
            <a:noFill/>
          </a:ln>
        </p:spPr>
        <p:txBody>
          <a:bodyPr tIns="91440" bIns="91440" anchor="t">
            <a:noAutofit/>
          </a:bodyPr>
          <a:lstStyle/>
          <a:p>
            <a:r>
              <a:rPr lang="en-IN" sz="4300" b="0" strike="noStrike" spc="-1">
                <a:solidFill>
                  <a:srgbClr val="000000"/>
                </a:solidFill>
                <a:latin typeface="Arial"/>
              </a:rPr>
              <a:t>Click to edit the title text format</a:t>
            </a:r>
          </a:p>
        </p:txBody>
      </p:sp>
      <p:sp>
        <p:nvSpPr>
          <p:cNvPr id="978" name="PlaceHolder 2"/>
          <p:cNvSpPr>
            <a:spLocks noGrp="1"/>
          </p:cNvSpPr>
          <p:nvPr>
            <p:ph type="title"/>
          </p:nvPr>
        </p:nvSpPr>
        <p:spPr>
          <a:xfrm>
            <a:off x="6833880" y="2861640"/>
            <a:ext cx="1596600" cy="1215720"/>
          </a:xfrm>
          <a:prstGeom prst="rect">
            <a:avLst/>
          </a:prstGeom>
          <a:noFill/>
          <a:ln w="0">
            <a:noFill/>
          </a:ln>
        </p:spPr>
        <p:txBody>
          <a:bodyPr tIns="91440" bIns="91440" anchor="t">
            <a:noAutofit/>
          </a:bodyPr>
          <a:lstStyle/>
          <a:p>
            <a:pPr algn="r">
              <a:lnSpc>
                <a:spcPct val="115000"/>
              </a:lnSpc>
              <a:buNone/>
            </a:pPr>
            <a:r>
              <a:rPr lang="en-IN" sz="9000" b="0" strike="noStrike" spc="-1">
                <a:solidFill>
                  <a:srgbClr val="E9C78C"/>
                </a:solidFill>
                <a:latin typeface="Josefin Sans"/>
                <a:ea typeface="Josefin Sans"/>
              </a:rPr>
              <a:t>xx%</a:t>
            </a:r>
            <a:endParaRPr lang="en-IN" sz="9000" b="0" strike="noStrike" spc="-1">
              <a:solidFill>
                <a:srgbClr val="000000"/>
              </a:solidFill>
              <a:latin typeface="Arial"/>
            </a:endParaRPr>
          </a:p>
        </p:txBody>
      </p:sp>
      <p:sp>
        <p:nvSpPr>
          <p:cNvPr id="979"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IN"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IN"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IN"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IN"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974" r:id="rId1"/>
    <p:sldLayoutId id="2147483975" r:id="rId2"/>
    <p:sldLayoutId id="2147483976" r:id="rId3"/>
    <p:sldLayoutId id="2147483977" r:id="rId4"/>
    <p:sldLayoutId id="2147483978" r:id="rId5"/>
    <p:sldLayoutId id="2147483979" r:id="rId6"/>
    <p:sldLayoutId id="2147483980" r:id="rId7"/>
    <p:sldLayoutId id="2147483981" r:id="rId8"/>
    <p:sldLayoutId id="2147483982" r:id="rId9"/>
    <p:sldLayoutId id="2147483983" r:id="rId10"/>
    <p:sldLayoutId id="2147483984" r:id="rId11"/>
    <p:sldLayoutId id="214748398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247" name="PlaceHolder 1"/>
          <p:cNvSpPr>
            <a:spLocks noGrp="1"/>
          </p:cNvSpPr>
          <p:nvPr>
            <p:ph type="title"/>
          </p:nvPr>
        </p:nvSpPr>
        <p:spPr>
          <a:xfrm>
            <a:off x="714960" y="475560"/>
            <a:ext cx="7713720" cy="529920"/>
          </a:xfrm>
          <a:prstGeom prst="rect">
            <a:avLst/>
          </a:prstGeom>
          <a:noFill/>
          <a:ln w="0">
            <a:noFill/>
          </a:ln>
        </p:spPr>
        <p:txBody>
          <a:bodyPr tIns="91440" bIns="91440" anchor="t">
            <a:noAutofit/>
          </a:bodyPr>
          <a:lstStyle/>
          <a:p>
            <a:r>
              <a:rPr lang="en-IN" sz="3400" b="0" strike="noStrike" spc="-1">
                <a:solidFill>
                  <a:srgbClr val="000000"/>
                </a:solidFill>
                <a:latin typeface="Arial"/>
              </a:rPr>
              <a:t>Click to edit the title text format</a:t>
            </a:r>
          </a:p>
        </p:txBody>
      </p:sp>
      <p:pic>
        <p:nvPicPr>
          <p:cNvPr id="1248" name="Google Shape;109;p26"/>
          <p:cNvPicPr/>
          <p:nvPr/>
        </p:nvPicPr>
        <p:blipFill>
          <a:blip r:embed="rId14"/>
          <a:stretch/>
        </p:blipFill>
        <p:spPr>
          <a:xfrm>
            <a:off x="-2712240" y="2575080"/>
            <a:ext cx="3571560" cy="3555000"/>
          </a:xfrm>
          <a:prstGeom prst="rect">
            <a:avLst/>
          </a:prstGeom>
          <a:ln w="0">
            <a:noFill/>
          </a:ln>
        </p:spPr>
      </p:pic>
      <p:pic>
        <p:nvPicPr>
          <p:cNvPr id="1249" name="Google Shape;110;p26"/>
          <p:cNvPicPr/>
          <p:nvPr/>
        </p:nvPicPr>
        <p:blipFill>
          <a:blip r:embed="rId14"/>
          <a:stretch/>
        </p:blipFill>
        <p:spPr>
          <a:xfrm>
            <a:off x="8190000" y="-592920"/>
            <a:ext cx="3571560" cy="3555000"/>
          </a:xfrm>
          <a:prstGeom prst="rect">
            <a:avLst/>
          </a:prstGeom>
          <a:ln w="0">
            <a:noFill/>
          </a:ln>
        </p:spPr>
      </p:pic>
      <p:sp>
        <p:nvSpPr>
          <p:cNvPr id="125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IN"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IN"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IN"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IN"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4065" r:id="rId1"/>
    <p:sldLayoutId id="2147484066" r:id="rId2"/>
    <p:sldLayoutId id="2147484067" r:id="rId3"/>
    <p:sldLayoutId id="2147484068" r:id="rId4"/>
    <p:sldLayoutId id="2147484069" r:id="rId5"/>
    <p:sldLayoutId id="2147484070" r:id="rId6"/>
    <p:sldLayoutId id="2147484071" r:id="rId7"/>
    <p:sldLayoutId id="2147484072" r:id="rId8"/>
    <p:sldLayoutId id="2147484073" r:id="rId9"/>
    <p:sldLayoutId id="2147484074" r:id="rId10"/>
    <p:sldLayoutId id="2147484075" r:id="rId11"/>
    <p:sldLayoutId id="214748407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5.xml"/><Relationship Id="rId5" Type="http://schemas.openxmlformats.org/officeDocument/2006/relationships/image" Target="../media/image12.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49.xml"/><Relationship Id="rId6"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3.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5.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5.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5.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9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9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9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09.xml"/></Relationships>
</file>

<file path=ppt/slides/_rels/slide1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1.png"/><Relationship Id="rId1" Type="http://schemas.openxmlformats.org/officeDocument/2006/relationships/slideLayout" Target="../slideLayouts/slideLayout109.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0.png"/><Relationship Id="rId5" Type="http://schemas.openxmlformats.org/officeDocument/2006/relationships/image" Target="../media/image26.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61.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020330" y="1136728"/>
            <a:ext cx="4942702" cy="3426006"/>
          </a:xfrm>
          <a:prstGeom prst="rect">
            <a:avLst/>
          </a:prstGeom>
        </p:spPr>
      </p:pic>
      <p:sp>
        <p:nvSpPr>
          <p:cNvPr id="4" name="TextBox 3"/>
          <p:cNvSpPr txBox="1"/>
          <p:nvPr/>
        </p:nvSpPr>
        <p:spPr>
          <a:xfrm>
            <a:off x="926757" y="329530"/>
            <a:ext cx="7129849" cy="584775"/>
          </a:xfrm>
          <a:prstGeom prst="rect">
            <a:avLst/>
          </a:prstGeom>
          <a:noFill/>
        </p:spPr>
        <p:txBody>
          <a:bodyPr wrap="square" rtlCol="0">
            <a:spAutoFit/>
          </a:bodyPr>
          <a:lstStyle/>
          <a:p>
            <a:r>
              <a:rPr lang="en" sz="3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Offering my </a:t>
            </a:r>
            <a:r>
              <a:rPr lang="en" sz="3200" spc="-1" dirty="0" smtClean="0">
                <a:solidFill>
                  <a:srgbClr val="E7CEA5"/>
                </a:solidFill>
                <a:latin typeface="Microsoft Himalaya" panose="01010100010101010101" pitchFamily="2" charset="0"/>
                <a:ea typeface="Microsoft Himalaya" panose="01010100010101010101" pitchFamily="2" charset="0"/>
                <a:cs typeface="Microsoft Himalaya" panose="01010100010101010101" pitchFamily="2" charset="0"/>
              </a:rPr>
              <a:t>humble</a:t>
            </a:r>
            <a:r>
              <a:rPr lang="en" sz="3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salutation to Bagawan sri sathya sai baba</a:t>
            </a:r>
            <a:endParaRPr lang="en-IN" sz="3200" dirty="0"/>
          </a:p>
        </p:txBody>
      </p:sp>
    </p:spTree>
    <p:extLst>
      <p:ext uri="{BB962C8B-B14F-4D97-AF65-F5344CB8AC3E}">
        <p14:creationId xmlns:p14="http://schemas.microsoft.com/office/powerpoint/2010/main" val="6417987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5" name="Google Shape;223;p41"/>
          <p:cNvPicPr/>
          <p:nvPr/>
        </p:nvPicPr>
        <p:blipFill>
          <a:blip r:embed="rId2"/>
          <a:stretch/>
        </p:blipFill>
        <p:spPr>
          <a:xfrm rot="280095">
            <a:off x="7261912" y="3147209"/>
            <a:ext cx="813016" cy="673542"/>
          </a:xfrm>
          <a:prstGeom prst="rect">
            <a:avLst/>
          </a:prstGeom>
          <a:ln w="0">
            <a:noFill/>
          </a:ln>
        </p:spPr>
      </p:pic>
      <p:grpSp>
        <p:nvGrpSpPr>
          <p:cNvPr id="37" name="Google Shape;236;p43"/>
          <p:cNvGrpSpPr/>
          <p:nvPr/>
        </p:nvGrpSpPr>
        <p:grpSpPr>
          <a:xfrm>
            <a:off x="282471" y="532466"/>
            <a:ext cx="1939460" cy="1779452"/>
            <a:chOff x="3329640" y="1640160"/>
            <a:chExt cx="2637000" cy="3510000"/>
          </a:xfrm>
        </p:grpSpPr>
        <p:pic>
          <p:nvPicPr>
            <p:cNvPr id="38" name="Google Shape;237;p43"/>
            <p:cNvPicPr/>
            <p:nvPr/>
          </p:nvPicPr>
          <p:blipFill>
            <a:blip r:embed="rId3"/>
            <a:stretch/>
          </p:blipFill>
          <p:spPr>
            <a:xfrm>
              <a:off x="3329640" y="1640160"/>
              <a:ext cx="2637000" cy="2624760"/>
            </a:xfrm>
            <a:prstGeom prst="rect">
              <a:avLst/>
            </a:prstGeom>
            <a:ln w="0">
              <a:noFill/>
            </a:ln>
          </p:spPr>
        </p:pic>
        <p:pic>
          <p:nvPicPr>
            <p:cNvPr id="39" name="Google Shape;238;p43"/>
            <p:cNvPicPr/>
            <p:nvPr/>
          </p:nvPicPr>
          <p:blipFill>
            <a:blip r:embed="rId3"/>
            <a:srcRect t="15101" r="70673" b="15093"/>
            <a:stretch/>
          </p:blipFill>
          <p:spPr>
            <a:xfrm rot="5400000">
              <a:off x="4064040" y="3386160"/>
              <a:ext cx="1046880" cy="2481120"/>
            </a:xfrm>
            <a:prstGeom prst="rect">
              <a:avLst/>
            </a:prstGeom>
            <a:ln w="0">
              <a:noFill/>
            </a:ln>
          </p:spPr>
        </p:pic>
      </p:grpSp>
      <p:grpSp>
        <p:nvGrpSpPr>
          <p:cNvPr id="46" name="Google Shape;236;p43"/>
          <p:cNvGrpSpPr/>
          <p:nvPr/>
        </p:nvGrpSpPr>
        <p:grpSpPr>
          <a:xfrm>
            <a:off x="6308063" y="2662553"/>
            <a:ext cx="2582594" cy="2196935"/>
            <a:chOff x="3329640" y="1640160"/>
            <a:chExt cx="2637000" cy="3510000"/>
          </a:xfrm>
        </p:grpSpPr>
        <p:pic>
          <p:nvPicPr>
            <p:cNvPr id="47" name="Google Shape;237;p43"/>
            <p:cNvPicPr/>
            <p:nvPr/>
          </p:nvPicPr>
          <p:blipFill>
            <a:blip r:embed="rId3"/>
            <a:stretch/>
          </p:blipFill>
          <p:spPr>
            <a:xfrm>
              <a:off x="3329640" y="1640160"/>
              <a:ext cx="2637000" cy="2624760"/>
            </a:xfrm>
            <a:prstGeom prst="rect">
              <a:avLst/>
            </a:prstGeom>
            <a:ln w="0">
              <a:noFill/>
            </a:ln>
          </p:spPr>
        </p:pic>
        <p:pic>
          <p:nvPicPr>
            <p:cNvPr id="48" name="Google Shape;238;p43"/>
            <p:cNvPicPr/>
            <p:nvPr/>
          </p:nvPicPr>
          <p:blipFill>
            <a:blip r:embed="rId3"/>
            <a:srcRect t="15101" r="70673" b="15093"/>
            <a:stretch/>
          </p:blipFill>
          <p:spPr>
            <a:xfrm rot="5400000">
              <a:off x="4064040" y="3386160"/>
              <a:ext cx="1046880" cy="2481120"/>
            </a:xfrm>
            <a:prstGeom prst="rect">
              <a:avLst/>
            </a:prstGeom>
            <a:ln w="0">
              <a:noFill/>
            </a:ln>
          </p:spPr>
        </p:pic>
      </p:grpSp>
      <p:grpSp>
        <p:nvGrpSpPr>
          <p:cNvPr id="43" name="Google Shape;236;p43"/>
          <p:cNvGrpSpPr/>
          <p:nvPr/>
        </p:nvGrpSpPr>
        <p:grpSpPr>
          <a:xfrm>
            <a:off x="6615521" y="0"/>
            <a:ext cx="2582594" cy="2196935"/>
            <a:chOff x="3329640" y="1640160"/>
            <a:chExt cx="2637000" cy="3510000"/>
          </a:xfrm>
        </p:grpSpPr>
        <p:pic>
          <p:nvPicPr>
            <p:cNvPr id="44" name="Google Shape;237;p43"/>
            <p:cNvPicPr/>
            <p:nvPr/>
          </p:nvPicPr>
          <p:blipFill>
            <a:blip r:embed="rId3"/>
            <a:stretch/>
          </p:blipFill>
          <p:spPr>
            <a:xfrm>
              <a:off x="3329640" y="1640160"/>
              <a:ext cx="2637000" cy="2624760"/>
            </a:xfrm>
            <a:prstGeom prst="rect">
              <a:avLst/>
            </a:prstGeom>
            <a:ln w="0">
              <a:noFill/>
            </a:ln>
          </p:spPr>
        </p:pic>
        <p:pic>
          <p:nvPicPr>
            <p:cNvPr id="45" name="Google Shape;238;p43"/>
            <p:cNvPicPr/>
            <p:nvPr/>
          </p:nvPicPr>
          <p:blipFill>
            <a:blip r:embed="rId3"/>
            <a:srcRect t="15101" r="70673" b="15093"/>
            <a:stretch/>
          </p:blipFill>
          <p:spPr>
            <a:xfrm rot="5400000">
              <a:off x="4064040" y="3386160"/>
              <a:ext cx="1046880" cy="2481120"/>
            </a:xfrm>
            <a:prstGeom prst="rect">
              <a:avLst/>
            </a:prstGeom>
            <a:ln w="0">
              <a:noFill/>
            </a:ln>
          </p:spPr>
        </p:pic>
      </p:grpSp>
      <p:grpSp>
        <p:nvGrpSpPr>
          <p:cNvPr id="40" name="Google Shape;236;p43"/>
          <p:cNvGrpSpPr/>
          <p:nvPr/>
        </p:nvGrpSpPr>
        <p:grpSpPr>
          <a:xfrm>
            <a:off x="3047636" y="1858243"/>
            <a:ext cx="1619429" cy="1213369"/>
            <a:chOff x="3329640" y="1640160"/>
            <a:chExt cx="2637000" cy="3510000"/>
          </a:xfrm>
        </p:grpSpPr>
        <p:pic>
          <p:nvPicPr>
            <p:cNvPr id="41" name="Google Shape;237;p43"/>
            <p:cNvPicPr/>
            <p:nvPr/>
          </p:nvPicPr>
          <p:blipFill>
            <a:blip r:embed="rId3"/>
            <a:stretch/>
          </p:blipFill>
          <p:spPr>
            <a:xfrm>
              <a:off x="3329640" y="1640160"/>
              <a:ext cx="2637000" cy="2624760"/>
            </a:xfrm>
            <a:prstGeom prst="rect">
              <a:avLst/>
            </a:prstGeom>
            <a:ln w="0">
              <a:noFill/>
            </a:ln>
          </p:spPr>
        </p:pic>
        <p:pic>
          <p:nvPicPr>
            <p:cNvPr id="42" name="Google Shape;238;p43"/>
            <p:cNvPicPr/>
            <p:nvPr/>
          </p:nvPicPr>
          <p:blipFill>
            <a:blip r:embed="rId3"/>
            <a:srcRect t="15101" r="70673" b="15093"/>
            <a:stretch/>
          </p:blipFill>
          <p:spPr>
            <a:xfrm rot="5400000">
              <a:off x="4064040" y="3386160"/>
              <a:ext cx="1046880" cy="2481120"/>
            </a:xfrm>
            <a:prstGeom prst="rect">
              <a:avLst/>
            </a:prstGeom>
            <a:ln w="0">
              <a:noFill/>
            </a:ln>
          </p:spPr>
        </p:pic>
      </p:grpSp>
      <p:sp>
        <p:nvSpPr>
          <p:cNvPr id="1365" name="PlaceHolder 1"/>
          <p:cNvSpPr>
            <a:spLocks noGrp="1"/>
          </p:cNvSpPr>
          <p:nvPr>
            <p:ph type="title"/>
          </p:nvPr>
        </p:nvSpPr>
        <p:spPr>
          <a:xfrm>
            <a:off x="198544" y="1355956"/>
            <a:ext cx="1424398" cy="611659"/>
          </a:xfrm>
          <a:prstGeom prst="rect">
            <a:avLst/>
          </a:prstGeom>
          <a:noFill/>
          <a:ln w="0">
            <a:noFill/>
          </a:ln>
        </p:spPr>
        <p:txBody>
          <a:bodyPr tIns="91440" bIns="91440" anchor="t">
            <a:noAutofit/>
          </a:bodyPr>
          <a:lstStyle/>
          <a:p>
            <a:pPr>
              <a:lnSpc>
                <a:spcPct val="80000"/>
              </a:lnSpc>
              <a:buNone/>
              <a:tabLst>
                <a:tab pos="0" algn="l"/>
              </a:tabLst>
            </a:pPr>
            <a:r>
              <a:rPr lang="en" sz="3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SATHYAM</a:t>
            </a:r>
            <a:endParaRPr lang="en-IN" sz="2800" b="0" strike="noStrike"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1368" name="Google Shape;221;p41"/>
          <p:cNvPicPr/>
          <p:nvPr/>
        </p:nvPicPr>
        <p:blipFill>
          <a:blip r:embed="rId4"/>
          <a:stretch/>
        </p:blipFill>
        <p:spPr>
          <a:xfrm>
            <a:off x="1011573" y="917203"/>
            <a:ext cx="2685600" cy="2685600"/>
          </a:xfrm>
          <a:prstGeom prst="rect">
            <a:avLst/>
          </a:prstGeom>
          <a:ln w="0">
            <a:noFill/>
          </a:ln>
        </p:spPr>
      </p:pic>
      <p:pic>
        <p:nvPicPr>
          <p:cNvPr id="1370" name="Google Shape;223;p41"/>
          <p:cNvPicPr/>
          <p:nvPr/>
        </p:nvPicPr>
        <p:blipFill>
          <a:blip r:embed="rId2"/>
          <a:stretch/>
        </p:blipFill>
        <p:spPr>
          <a:xfrm rot="280095">
            <a:off x="5956208" y="2656493"/>
            <a:ext cx="813016" cy="673542"/>
          </a:xfrm>
          <a:prstGeom prst="rect">
            <a:avLst/>
          </a:prstGeom>
          <a:ln w="0">
            <a:noFill/>
          </a:ln>
        </p:spPr>
      </p:pic>
      <p:pic>
        <p:nvPicPr>
          <p:cNvPr id="1372" name="Google Shape;225;p41"/>
          <p:cNvPicPr/>
          <p:nvPr/>
        </p:nvPicPr>
        <p:blipFill>
          <a:blip r:embed="rId5"/>
          <a:stretch/>
        </p:blipFill>
        <p:spPr>
          <a:xfrm>
            <a:off x="8480710" y="113683"/>
            <a:ext cx="839160" cy="803520"/>
          </a:xfrm>
          <a:prstGeom prst="rect">
            <a:avLst/>
          </a:prstGeom>
          <a:ln w="0">
            <a:noFill/>
          </a:ln>
        </p:spPr>
      </p:pic>
      <p:sp>
        <p:nvSpPr>
          <p:cNvPr id="6" name="TextBox 5"/>
          <p:cNvSpPr txBox="1"/>
          <p:nvPr/>
        </p:nvSpPr>
        <p:spPr>
          <a:xfrm>
            <a:off x="1850870" y="1967615"/>
            <a:ext cx="1460665" cy="584775"/>
          </a:xfrm>
          <a:prstGeom prst="rect">
            <a:avLst/>
          </a:prstGeom>
          <a:noFill/>
        </p:spPr>
        <p:txBody>
          <a:bodyPr wrap="square" rtlCol="0">
            <a:spAutoFit/>
          </a:bodyPr>
          <a:lstStyle/>
          <a:p>
            <a:r>
              <a:rPr lang="en" sz="3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SIVAM</a:t>
            </a:r>
            <a:endParaRPr lang="en-IN" sz="3200" dirty="0"/>
          </a:p>
        </p:txBody>
      </p:sp>
      <p:sp>
        <p:nvSpPr>
          <p:cNvPr id="7" name="Rectangle 6"/>
          <p:cNvSpPr/>
          <p:nvPr/>
        </p:nvSpPr>
        <p:spPr>
          <a:xfrm>
            <a:off x="3260084" y="2473206"/>
            <a:ext cx="2219166" cy="584775"/>
          </a:xfrm>
          <a:prstGeom prst="rect">
            <a:avLst/>
          </a:prstGeom>
        </p:spPr>
        <p:txBody>
          <a:bodyPr wrap="square">
            <a:spAutoFit/>
          </a:bodyPr>
          <a:lstStyle/>
          <a:p>
            <a:r>
              <a:rPr lang="en" sz="3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SUNDARAM</a:t>
            </a:r>
            <a:endParaRPr lang="en-IN" sz="3200" dirty="0"/>
          </a:p>
        </p:txBody>
      </p:sp>
      <p:sp>
        <p:nvSpPr>
          <p:cNvPr id="32" name="TextBox 31"/>
          <p:cNvSpPr txBox="1"/>
          <p:nvPr/>
        </p:nvSpPr>
        <p:spPr>
          <a:xfrm>
            <a:off x="4834097" y="3022496"/>
            <a:ext cx="1460665" cy="584775"/>
          </a:xfrm>
          <a:prstGeom prst="rect">
            <a:avLst/>
          </a:prstGeom>
          <a:noFill/>
        </p:spPr>
        <p:txBody>
          <a:bodyPr wrap="square" rtlCol="0">
            <a:spAutoFit/>
          </a:bodyPr>
          <a:lstStyle/>
          <a:p>
            <a:r>
              <a:rPr lang="en" sz="3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Part - 1</a:t>
            </a:r>
            <a:endParaRPr lang="en-IN" sz="3200" dirty="0"/>
          </a:p>
        </p:txBody>
      </p:sp>
      <p:pic>
        <p:nvPicPr>
          <p:cNvPr id="13" name="Picture 12"/>
          <p:cNvPicPr>
            <a:picLocks noChangeAspect="1"/>
          </p:cNvPicPr>
          <p:nvPr/>
        </p:nvPicPr>
        <p:blipFill rotWithShape="1">
          <a:blip r:embed="rId6"/>
          <a:srcRect l="23037" r="1518"/>
          <a:stretch/>
        </p:blipFill>
        <p:spPr>
          <a:xfrm>
            <a:off x="6818966" y="830291"/>
            <a:ext cx="1800044" cy="3664524"/>
          </a:xfrm>
          <a:prstGeom prst="rect">
            <a:avLst/>
          </a:prstGeom>
          <a:ln>
            <a:noFill/>
          </a:ln>
          <a:effectLst>
            <a:softEdge rad="112500"/>
          </a:effectLst>
        </p:spPr>
      </p:pic>
      <p:grpSp>
        <p:nvGrpSpPr>
          <p:cNvPr id="49" name="Google Shape;236;p43"/>
          <p:cNvGrpSpPr/>
          <p:nvPr/>
        </p:nvGrpSpPr>
        <p:grpSpPr>
          <a:xfrm>
            <a:off x="1602630" y="1948301"/>
            <a:ext cx="1214089" cy="855695"/>
            <a:chOff x="3346920" y="1878791"/>
            <a:chExt cx="2751021" cy="3271369"/>
          </a:xfrm>
        </p:grpSpPr>
        <p:pic>
          <p:nvPicPr>
            <p:cNvPr id="50" name="Google Shape;237;p43"/>
            <p:cNvPicPr/>
            <p:nvPr/>
          </p:nvPicPr>
          <p:blipFill>
            <a:blip r:embed="rId3"/>
            <a:stretch/>
          </p:blipFill>
          <p:spPr>
            <a:xfrm>
              <a:off x="3460941" y="1878791"/>
              <a:ext cx="2637000" cy="2624760"/>
            </a:xfrm>
            <a:prstGeom prst="rect">
              <a:avLst/>
            </a:prstGeom>
            <a:ln w="0">
              <a:noFill/>
            </a:ln>
          </p:spPr>
        </p:pic>
        <p:pic>
          <p:nvPicPr>
            <p:cNvPr id="51" name="Google Shape;238;p43"/>
            <p:cNvPicPr/>
            <p:nvPr/>
          </p:nvPicPr>
          <p:blipFill>
            <a:blip r:embed="rId3"/>
            <a:srcRect t="15101" r="70673" b="15093"/>
            <a:stretch/>
          </p:blipFill>
          <p:spPr>
            <a:xfrm rot="5400000">
              <a:off x="4064040" y="3386160"/>
              <a:ext cx="1046880" cy="2481120"/>
            </a:xfrm>
            <a:prstGeom prst="rect">
              <a:avLst/>
            </a:prstGeom>
            <a:ln w="0">
              <a:noFill/>
            </a:ln>
          </p:spPr>
        </p:pic>
      </p:grpSp>
      <p:pic>
        <p:nvPicPr>
          <p:cNvPr id="26" name="Google Shape;223;p41"/>
          <p:cNvPicPr/>
          <p:nvPr/>
        </p:nvPicPr>
        <p:blipFill>
          <a:blip r:embed="rId2"/>
          <a:stretch/>
        </p:blipFill>
        <p:spPr>
          <a:xfrm rot="280095">
            <a:off x="2359088" y="884939"/>
            <a:ext cx="813016" cy="673542"/>
          </a:xfrm>
          <a:prstGeom prst="rect">
            <a:avLst/>
          </a:prstGeom>
          <a:ln w="0">
            <a:noFill/>
          </a:ln>
        </p:spPr>
      </p:pic>
      <p:pic>
        <p:nvPicPr>
          <p:cNvPr id="28" name="Google Shape;223;p41"/>
          <p:cNvPicPr/>
          <p:nvPr/>
        </p:nvPicPr>
        <p:blipFill>
          <a:blip r:embed="rId2"/>
          <a:stretch/>
        </p:blipFill>
        <p:spPr>
          <a:xfrm rot="280095">
            <a:off x="3801568" y="1573652"/>
            <a:ext cx="813016" cy="673542"/>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path" presetSubtype="0" accel="50000" decel="50000" fill="hold" nodeType="clickEffect">
                                  <p:stCondLst>
                                    <p:cond delay="0"/>
                                  </p:stCondLst>
                                  <p:childTnLst>
                                    <p:animMotion origin="layout" path="M -0.26649 -0.04075 C -0.26562 -0.01729 -0.26267 0.00061 -0.25972 0.00061 C -0.2566 0.00061 -0.25399 -0.01729 -0.25312 -0.04075 C -0.25174 -0.01729 -0.24913 0.00061 -0.24601 0.00061 C -0.24288 0.00061 -0.24028 -0.01729 -0.23941 -0.04075 C -0.23819 -0.01729 -0.23559 0.00061 -0.23264 0.00061 C -0.22951 0.00061 -0.22639 -0.01729 -0.22552 -0.04075 C -0.22465 -0.01729 -0.22205 0.00061 -0.21858 0.00061 C -0.2158 0.00061 -0.21285 -0.01729 -0.21198 -0.04075 C -0.21111 -0.01729 -0.20799 0.00061 -0.20486 0.00061 C -0.20191 0.00061 -0.1993 -0.01729 -0.19826 -0.04075 C -0.19705 -0.01729 -0.19444 0.00061 -0.19132 0.00061 C -0.18837 0.00061 -0.18559 -0.01729 -0.18437 -0.04075 C -0.18351 -0.01729 -0.1809 0.00061 -0.17778 0.00061 C -0.17465 0.00061 -0.1717 -0.01729 -0.17083 -0.04075 C -0.16996 -0.01729 -0.16719 0.00061 -0.16371 0.00061 C -0.16076 0.00061 -0.15816 -0.01729 -0.15712 -0.04075 " pathEditMode="relative" rAng="0" ptsTypes="AAAAAAAAAAAAAAAAA">
                                      <p:cBhvr>
                                        <p:cTn id="6" dur="2000" fill="hold"/>
                                        <p:tgtEl>
                                          <p:spTgt spid="26"/>
                                        </p:tgtEl>
                                        <p:attrNameLst>
                                          <p:attrName>ppt_x</p:attrName>
                                          <p:attrName>ppt_y</p:attrName>
                                        </p:attrNameLst>
                                      </p:cBhvr>
                                      <p:rCtr x="5469" y="2068"/>
                                    </p:animMotion>
                                  </p:childTnLst>
                                  <p:subTnLst>
                                    <p:animClr clrSpc="rgb" dir="cw">
                                      <p:cBhvr override="childStyle">
                                        <p:cTn dur="1" fill="hold" display="0" masterRel="nextClick" afterEffect="1"/>
                                        <p:tgtEl>
                                          <p:spTgt spid="26"/>
                                        </p:tgtEl>
                                        <p:attrNameLst>
                                          <p:attrName>ppt_c</p:attrName>
                                        </p:attrNameLst>
                                      </p:cBhvr>
                                      <p:to>
                                        <a:schemeClr val="tx1"/>
                                      </p:to>
                                    </p:animClr>
                                  </p:subTnLst>
                                </p:cTn>
                              </p:par>
                            </p:childTnLst>
                          </p:cTn>
                        </p:par>
                      </p:childTnLst>
                    </p:cTn>
                  </p:par>
                  <p:par>
                    <p:cTn id="7" fill="hold">
                      <p:stCondLst>
                        <p:cond delay="indefinite"/>
                      </p:stCondLst>
                      <p:childTnLst>
                        <p:par>
                          <p:cTn id="8" fill="hold">
                            <p:stCondLst>
                              <p:cond delay="0"/>
                            </p:stCondLst>
                            <p:childTnLst>
                              <p:par>
                                <p:cTn id="9" presetID="47" presetClass="path" presetSubtype="0" accel="50000" decel="50000" fill="hold" nodeType="clickEffect">
                                  <p:stCondLst>
                                    <p:cond delay="0"/>
                                  </p:stCondLst>
                                  <p:childTnLst>
                                    <p:animMotion origin="layout" path="M -0.25486 0.0074 C -0.25399 0.03086 -0.25104 0.04876 -0.24809 0.04876 C -0.24496 0.04876 -0.24236 0.03086 -0.24149 0.0074 C -0.2401 0.03086 -0.2375 0.04876 -0.23437 0.04876 C -0.23125 0.04876 -0.22864 0.03086 -0.22777 0.0074 C -0.22656 0.03086 -0.22396 0.04876 -0.221 0.04876 C -0.21788 0.04876 -0.21475 0.03086 -0.21389 0.0074 C -0.21302 0.03086 -0.21041 0.04876 -0.20694 0.04876 C -0.20416 0.04876 -0.20121 0.03086 -0.20034 0.0074 C -0.19948 0.03086 -0.19635 0.04876 -0.19323 0.04876 C -0.19027 0.04876 -0.18767 0.03086 -0.18663 0.0074 C -0.18541 0.03086 -0.18281 0.04876 -0.17968 0.04876 C -0.17673 0.04876 -0.17396 0.03086 -0.17274 0.0074 C -0.17187 0.03086 -0.16927 0.04876 -0.16614 0.04876 C -0.16302 0.04876 -0.16007 0.03086 -0.1592 0.0074 C -0.15833 0.03086 -0.15555 0.04876 -0.15208 0.04876 C -0.14913 0.04876 -0.14652 0.03086 -0.14548 0.0074 " pathEditMode="relative" rAng="0" ptsTypes="AAAAAAAAAAAAAAAAA">
                                      <p:cBhvr>
                                        <p:cTn id="10" dur="2000" fill="hold"/>
                                        <p:tgtEl>
                                          <p:spTgt spid="28"/>
                                        </p:tgtEl>
                                        <p:attrNameLst>
                                          <p:attrName>ppt_x</p:attrName>
                                          <p:attrName>ppt_y</p:attrName>
                                        </p:attrNameLst>
                                      </p:cBhvr>
                                      <p:rCtr x="5469" y="2068"/>
                                    </p:animMotion>
                                  </p:childTnLst>
                                  <p:subTnLst>
                                    <p:animClr clrSpc="rgb" dir="cw">
                                      <p:cBhvr override="childStyle">
                                        <p:cTn dur="1" fill="hold" display="0" masterRel="nextClick" afterEffect="1"/>
                                        <p:tgtEl>
                                          <p:spTgt spid="28"/>
                                        </p:tgtEl>
                                        <p:attrNameLst>
                                          <p:attrName>ppt_c</p:attrName>
                                        </p:attrNameLst>
                                      </p:cBhvr>
                                      <p:to>
                                        <a:schemeClr val="tx1"/>
                                      </p:to>
                                    </p:animClr>
                                  </p:subTnLst>
                                </p:cTn>
                              </p:par>
                            </p:childTnLst>
                          </p:cTn>
                        </p:par>
                      </p:childTnLst>
                    </p:cTn>
                  </p:par>
                  <p:par>
                    <p:cTn id="11" fill="hold">
                      <p:stCondLst>
                        <p:cond delay="indefinite"/>
                      </p:stCondLst>
                      <p:childTnLst>
                        <p:par>
                          <p:cTn id="12" fill="hold">
                            <p:stCondLst>
                              <p:cond delay="0"/>
                            </p:stCondLst>
                            <p:childTnLst>
                              <p:par>
                                <p:cTn id="13" presetID="47" presetClass="path" presetSubtype="0" accel="50000" decel="50000" fill="hold" nodeType="clickEffect">
                                  <p:stCondLst>
                                    <p:cond delay="0"/>
                                  </p:stCondLst>
                                  <p:childTnLst>
                                    <p:animMotion origin="layout" path="M -0.27239 -0.10494 C -0.271 -0.0929 -0.26632 -0.08395 -0.26163 -0.08395 C -0.25694 -0.08395 -0.25277 -0.0929 -0.25139 -0.10494 C -0.2493 -0.0929 -0.24531 -0.08395 -0.24045 -0.08395 C -0.23576 -0.08395 -0.23159 -0.0929 -0.2302 -0.10494 C -0.2283 -0.0929 -0.22413 -0.08395 -0.21944 -0.08395 C -0.21458 -0.08395 -0.20972 -0.0929 -0.2085 -0.10494 C -0.20711 -0.0929 -0.20295 -0.08395 -0.19757 -0.08395 C -0.1934 -0.08395 -0.18871 -0.0929 -0.18732 -0.10494 C -0.18593 -0.0929 -0.18125 -0.08395 -0.17639 -0.08395 C -0.1717 -0.08395 -0.16753 -0.0929 -0.16614 -0.10494 C -0.16406 -0.0929 -0.16007 -0.08395 -0.1552 -0.08395 C -0.15052 -0.08395 -0.14635 -0.0929 -0.14444 -0.10494 C -0.14305 -0.0929 -0.13889 -0.08395 -0.1342 -0.08395 C -0.12934 -0.08395 -0.12465 -0.0929 -0.12326 -0.10494 C -0.12187 -0.0929 -0.1177 -0.08395 -0.11232 -0.08395 C -0.10764 -0.08395 -0.10364 -0.0929 -0.10208 -0.10494 " pathEditMode="relative" rAng="0" ptsTypes="AAAAAAAAAAAAAAAAA">
                                      <p:cBhvr>
                                        <p:cTn id="14" dur="2000" fill="hold"/>
                                        <p:tgtEl>
                                          <p:spTgt spid="1370"/>
                                        </p:tgtEl>
                                        <p:attrNameLst>
                                          <p:attrName>ppt_x</p:attrName>
                                          <p:attrName>ppt_y</p:attrName>
                                        </p:attrNameLst>
                                      </p:cBhvr>
                                      <p:rCtr x="8507" y="1049"/>
                                    </p:animMotion>
                                  </p:childTnLst>
                                  <p:subTnLst>
                                    <p:animClr clrSpc="rgb" dir="cw">
                                      <p:cBhvr override="childStyle">
                                        <p:cTn dur="1" fill="hold" display="0" masterRel="nextClick" afterEffect="1"/>
                                        <p:tgtEl>
                                          <p:spTgt spid="1370"/>
                                        </p:tgtEl>
                                        <p:attrNameLst>
                                          <p:attrName>ppt_c</p:attrName>
                                        </p:attrNameLst>
                                      </p:cBhvr>
                                      <p:to>
                                        <a:schemeClr val="tx1"/>
                                      </p:to>
                                    </p:animClr>
                                  </p:subTnLst>
                                </p:cTn>
                              </p:par>
                            </p:childTnLst>
                          </p:cTn>
                        </p:par>
                      </p:childTnLst>
                    </p:cTn>
                  </p:par>
                  <p:par>
                    <p:cTn id="15" fill="hold">
                      <p:stCondLst>
                        <p:cond delay="indefinite"/>
                      </p:stCondLst>
                      <p:childTnLst>
                        <p:par>
                          <p:cTn id="16" fill="hold">
                            <p:stCondLst>
                              <p:cond delay="0"/>
                            </p:stCondLst>
                            <p:childTnLst>
                              <p:par>
                                <p:cTn id="17" presetID="47" presetClass="path" presetSubtype="0" accel="50000" decel="50000" fill="hold" nodeType="clickEffect">
                                  <p:stCondLst>
                                    <p:cond delay="0"/>
                                  </p:stCondLst>
                                  <p:childTnLst>
                                    <p:animMotion origin="layout" path="M -0.27934 -0.07407 C -0.27864 -0.06574 -0.27552 -0.05864 -0.27187 -0.05864 C -0.26857 -0.05864 -0.26562 -0.06574 -0.26476 -0.07407 C -0.26302 -0.06574 -0.26024 -0.05864 -0.25677 -0.05864 C -0.2533 -0.05864 -0.25035 -0.06574 -0.24948 -0.07407 C -0.24791 -0.06574 -0.24496 -0.05864 -0.24149 -0.05864 C -0.23785 -0.05864 -0.23455 -0.06574 -0.23368 -0.07407 C -0.23246 -0.06574 -0.22969 -0.05864 -0.22569 -0.05864 C -0.22274 -0.05864 -0.21962 -0.06574 -0.21857 -0.07407 C -0.21736 -0.06574 -0.21406 -0.05864 -0.21059 -0.05864 C -0.20694 -0.05864 -0.20416 -0.06574 -0.2033 -0.07407 C -0.20173 -0.06574 -0.19896 -0.05864 -0.19531 -0.05864 C -0.19184 -0.05864 -0.18889 -0.06574 -0.1875 -0.07407 C -0.18646 -0.06574 -0.18351 -0.05864 -0.18003 -0.05864 C -0.17656 -0.05864 -0.17326 -0.06574 -0.17222 -0.07407 C -0.17118 -0.06574 -0.16823 -0.05864 -0.16441 -0.05864 C -0.16076 -0.05864 -0.15816 -0.06574 -0.1566 -0.07407 " pathEditMode="relative" rAng="0" ptsTypes="AAAAAAAAAAAAAAAAA">
                                      <p:cBhvr>
                                        <p:cTn id="18" dur="2000" fill="hold"/>
                                        <p:tgtEl>
                                          <p:spTgt spid="25"/>
                                        </p:tgtEl>
                                        <p:attrNameLst>
                                          <p:attrName>ppt_x</p:attrName>
                                          <p:attrName>ppt_y</p:attrName>
                                        </p:attrNameLst>
                                      </p:cBhvr>
                                      <p:rCtr x="6128" y="772"/>
                                    </p:animMotion>
                                  </p:childTnLst>
                                  <p:subTnLst>
                                    <p:animClr clrSpc="rgb" dir="cw">
                                      <p:cBhvr override="childStyle">
                                        <p:cTn dur="1" fill="hold" display="0" masterRel="nextClick" afterEffect="1"/>
                                        <p:tgtEl>
                                          <p:spTgt spid="25"/>
                                        </p:tgtEl>
                                        <p:attrNameLst>
                                          <p:attrName>ppt_c</p:attrName>
                                        </p:attrNameLst>
                                      </p:cBhvr>
                                      <p:to>
                                        <a:schemeClr val="tx1"/>
                                      </p:to>
                                    </p:animClr>
                                  </p:subTnLst>
                                </p:cTn>
                              </p:par>
                            </p:childTnLst>
                          </p:cTn>
                        </p:par>
                      </p:childTnLst>
                    </p:cTn>
                  </p:par>
                  <p:par>
                    <p:cTn id="19" fill="hold">
                      <p:stCondLst>
                        <p:cond delay="indefinite"/>
                      </p:stCondLst>
                      <p:childTnLst>
                        <p:par>
                          <p:cTn id="20" fill="hold">
                            <p:stCondLst>
                              <p:cond delay="0"/>
                            </p:stCondLst>
                            <p:childTnLst>
                              <p:par>
                                <p:cTn id="21" presetID="26" presetClass="emph" presetSubtype="0" fill="hold" nodeType="clickEffect">
                                  <p:stCondLst>
                                    <p:cond delay="0"/>
                                  </p:stCondLst>
                                  <p:childTnLst>
                                    <p:animEffect transition="out" filter="fade">
                                      <p:cBhvr>
                                        <p:cTn id="22" dur="500" tmFilter="0, 0; .2, .5; .8, .5; 1, 0"/>
                                        <p:tgtEl>
                                          <p:spTgt spid="13"/>
                                        </p:tgtEl>
                                      </p:cBhvr>
                                    </p:animEffect>
                                    <p:animScale>
                                      <p:cBhvr>
                                        <p:cTn id="23" dur="250" autoRev="1" fill="hold"/>
                                        <p:tgtEl>
                                          <p:spTgt spid="1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r="11886"/>
          <a:stretch/>
        </p:blipFill>
        <p:spPr>
          <a:xfrm>
            <a:off x="339801" y="1210678"/>
            <a:ext cx="1972361" cy="3249313"/>
          </a:xfrm>
          <a:prstGeom prst="rect">
            <a:avLst/>
          </a:prstGeom>
          <a:ln>
            <a:noFill/>
          </a:ln>
          <a:effectLst>
            <a:outerShdw blurRad="292100" dist="139700" dir="2700000" algn="tl" rotWithShape="0">
              <a:srgbClr val="333333">
                <a:alpha val="65000"/>
              </a:srgbClr>
            </a:outerShdw>
          </a:effectLst>
        </p:spPr>
      </p:pic>
      <p:grpSp>
        <p:nvGrpSpPr>
          <p:cNvPr id="14" name="Google Shape;236;p43"/>
          <p:cNvGrpSpPr/>
          <p:nvPr/>
        </p:nvGrpSpPr>
        <p:grpSpPr>
          <a:xfrm>
            <a:off x="6780727" y="2996004"/>
            <a:ext cx="2414707" cy="2086214"/>
            <a:chOff x="3329640" y="1640160"/>
            <a:chExt cx="2637000" cy="3510000"/>
          </a:xfrm>
        </p:grpSpPr>
        <p:pic>
          <p:nvPicPr>
            <p:cNvPr id="15" name="Google Shape;237;p43"/>
            <p:cNvPicPr/>
            <p:nvPr/>
          </p:nvPicPr>
          <p:blipFill>
            <a:blip r:embed="rId3"/>
            <a:stretch/>
          </p:blipFill>
          <p:spPr>
            <a:xfrm>
              <a:off x="3329640" y="1640160"/>
              <a:ext cx="2637000" cy="2624760"/>
            </a:xfrm>
            <a:prstGeom prst="rect">
              <a:avLst/>
            </a:prstGeom>
            <a:ln w="0">
              <a:noFill/>
            </a:ln>
          </p:spPr>
        </p:pic>
        <p:pic>
          <p:nvPicPr>
            <p:cNvPr id="16" name="Google Shape;238;p43"/>
            <p:cNvPicPr/>
            <p:nvPr/>
          </p:nvPicPr>
          <p:blipFill>
            <a:blip r:embed="rId3"/>
            <a:srcRect t="15101" r="70673" b="15093"/>
            <a:stretch/>
          </p:blipFill>
          <p:spPr>
            <a:xfrm rot="5400000">
              <a:off x="4064040" y="3386160"/>
              <a:ext cx="1046880" cy="2481120"/>
            </a:xfrm>
            <a:prstGeom prst="rect">
              <a:avLst/>
            </a:prstGeom>
            <a:ln w="0">
              <a:noFill/>
            </a:ln>
          </p:spPr>
        </p:pic>
      </p:grpSp>
      <p:pic>
        <p:nvPicPr>
          <p:cNvPr id="11" name="Google Shape;239;p43"/>
          <p:cNvPicPr/>
          <p:nvPr/>
        </p:nvPicPr>
        <p:blipFill>
          <a:blip r:embed="rId4"/>
          <a:stretch/>
        </p:blipFill>
        <p:spPr>
          <a:xfrm rot="19924296">
            <a:off x="8041412" y="246749"/>
            <a:ext cx="1343880" cy="1167120"/>
          </a:xfrm>
          <a:prstGeom prst="rect">
            <a:avLst/>
          </a:prstGeom>
          <a:ln w="0">
            <a:noFill/>
          </a:ln>
        </p:spPr>
      </p:pic>
      <p:sp>
        <p:nvSpPr>
          <p:cNvPr id="1374" name="PlaceHolder 2"/>
          <p:cNvSpPr>
            <a:spLocks noGrp="1"/>
          </p:cNvSpPr>
          <p:nvPr>
            <p:ph type="subTitle"/>
          </p:nvPr>
        </p:nvSpPr>
        <p:spPr>
          <a:xfrm>
            <a:off x="5056094" y="1140309"/>
            <a:ext cx="3754419" cy="3711390"/>
          </a:xfrm>
          <a:prstGeom prst="rect">
            <a:avLst/>
          </a:prstGeom>
          <a:noFill/>
          <a:ln w="0">
            <a:noFill/>
          </a:ln>
        </p:spPr>
        <p:txBody>
          <a:bodyPr tIns="91440" bIns="91440" anchor="t">
            <a:noAutofit/>
          </a:bodyPr>
          <a:lstStyle/>
          <a:p>
            <a:pPr marL="606600">
              <a:lnSpc>
                <a:spcPct val="100000"/>
              </a:lnSpc>
              <a:buClr>
                <a:srgbClr val="E9C78C"/>
              </a:buClr>
              <a:tabLst>
                <a:tab pos="0" algn="l"/>
              </a:tabLst>
            </a:pPr>
            <a:endParaRPr lang="en-IN" sz="1800" b="0" strike="noStrike" spc="-1" dirty="0">
              <a:latin typeface="Arial"/>
            </a:endParaRPr>
          </a:p>
          <a:p>
            <a:pPr>
              <a:lnSpc>
                <a:spcPct val="100000"/>
              </a:lnSpc>
              <a:spcAft>
                <a:spcPts val="1199"/>
              </a:spcAft>
              <a:buNone/>
              <a:tabLst>
                <a:tab pos="0" algn="l"/>
              </a:tabLst>
            </a:pPr>
            <a:endParaRPr lang="en-IN" sz="1250" b="0" strike="noStrike" spc="-1" dirty="0">
              <a:latin typeface="Arial"/>
            </a:endParaRPr>
          </a:p>
        </p:txBody>
      </p:sp>
      <p:pic>
        <p:nvPicPr>
          <p:cNvPr id="8" name="Google Shape;253;p43"/>
          <p:cNvPicPr/>
          <p:nvPr/>
        </p:nvPicPr>
        <p:blipFill>
          <a:blip r:embed="rId5"/>
          <a:stretch/>
        </p:blipFill>
        <p:spPr>
          <a:xfrm flipH="1">
            <a:off x="8280953" y="256689"/>
            <a:ext cx="1003115" cy="1146795"/>
          </a:xfrm>
          <a:prstGeom prst="rect">
            <a:avLst/>
          </a:prstGeom>
          <a:ln w="0">
            <a:noFill/>
          </a:ln>
        </p:spPr>
      </p:pic>
      <p:pic>
        <p:nvPicPr>
          <p:cNvPr id="9" name="Google Shape;254;p43"/>
          <p:cNvPicPr/>
          <p:nvPr/>
        </p:nvPicPr>
        <p:blipFill>
          <a:blip r:embed="rId6"/>
          <a:stretch/>
        </p:blipFill>
        <p:spPr>
          <a:xfrm rot="876328" flipH="1">
            <a:off x="7539414" y="-113095"/>
            <a:ext cx="1242360" cy="1562137"/>
          </a:xfrm>
          <a:prstGeom prst="rect">
            <a:avLst/>
          </a:prstGeom>
          <a:ln w="0">
            <a:noFill/>
          </a:ln>
        </p:spPr>
      </p:pic>
      <p:sp>
        <p:nvSpPr>
          <p:cNvPr id="17" name="PlaceHolder 1"/>
          <p:cNvSpPr txBox="1">
            <a:spLocks/>
          </p:cNvSpPr>
          <p:nvPr/>
        </p:nvSpPr>
        <p:spPr>
          <a:xfrm>
            <a:off x="2401556" y="1531078"/>
            <a:ext cx="6742444" cy="2819858"/>
          </a:xfrm>
          <a:prstGeom prst="rect">
            <a:avLst/>
          </a:prstGeom>
          <a:noFill/>
          <a:ln w="0">
            <a:noFill/>
          </a:ln>
        </p:spPr>
        <p:txBody>
          <a:bodyPr lIns="0" tIns="0" rIns="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endParaRPr lang="en-IN" sz="2000" spc="-1" dirty="0">
              <a:solidFill>
                <a:srgbClr val="000000"/>
              </a:solidFill>
              <a:latin typeface="Arial"/>
            </a:endParaRPr>
          </a:p>
        </p:txBody>
      </p:sp>
      <p:sp>
        <p:nvSpPr>
          <p:cNvPr id="18" name="PlaceHolder 4"/>
          <p:cNvSpPr txBox="1">
            <a:spLocks/>
          </p:cNvSpPr>
          <p:nvPr/>
        </p:nvSpPr>
        <p:spPr>
          <a:xfrm>
            <a:off x="2677101" y="2002969"/>
            <a:ext cx="6262887" cy="3333944"/>
          </a:xfrm>
          <a:prstGeom prst="rect">
            <a:avLst/>
          </a:prstGeom>
          <a:noFill/>
          <a:ln w="0">
            <a:noFill/>
          </a:ln>
        </p:spPr>
        <p:txBody>
          <a:bodyPr lIns="0" tIns="0" rIns="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tab pos="0" algn="l"/>
              </a:tabLst>
            </a:pP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The thousands who attented the Dasara celebration of 1960 must   be even now remembering the thrilling declarations that baba  made in his Discourses,About </a:t>
            </a:r>
            <a:r>
              <a:rPr lang="en-I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H</a:t>
            </a: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imself and his mission.The very first day,during the hospital day  celebrations, Bagawan </a:t>
            </a:r>
            <a:r>
              <a:rPr lang="en" sz="2800"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said that it is waste of time,energy to force incomprehensively abstruse vedanthic doctrine down the throats of simple uncleared </a:t>
            </a: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folk.</a:t>
            </a:r>
          </a:p>
          <a:p>
            <a:pPr>
              <a:lnSpc>
                <a:spcPct val="100000"/>
              </a:lnSpc>
              <a:tabLst>
                <a:tab pos="0" algn="l"/>
              </a:tabLst>
            </a:pP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r>
            <a:b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b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t>
            </a:r>
            <a:endParaRPr lang="en-IN" sz="2800" spc="-1" dirty="0">
              <a:solidFill>
                <a:srgbClr val="000000"/>
              </a:solidFill>
              <a:latin typeface="Arial"/>
            </a:endParaRPr>
          </a:p>
        </p:txBody>
      </p:sp>
      <p:sp>
        <p:nvSpPr>
          <p:cNvPr id="19" name="PlaceHolder 1"/>
          <p:cNvSpPr txBox="1">
            <a:spLocks/>
          </p:cNvSpPr>
          <p:nvPr/>
        </p:nvSpPr>
        <p:spPr>
          <a:xfrm>
            <a:off x="3891865" y="217881"/>
            <a:ext cx="2475050" cy="421665"/>
          </a:xfrm>
          <a:prstGeom prst="rect">
            <a:avLst/>
          </a:prstGeom>
          <a:noFill/>
          <a:ln w="0">
            <a:noFill/>
          </a:ln>
        </p:spPr>
        <p:txBody>
          <a:bodyPr lIns="0" tIns="0" rIns="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tabLst>
                <a:tab pos="0" algn="l"/>
              </a:tabLst>
            </a:pPr>
            <a:r>
              <a:rPr lang="en" sz="2400" spc="-1" dirty="0" smtClean="0">
                <a:solidFill>
                  <a:srgbClr val="E9C78C"/>
                </a:solidFill>
                <a:latin typeface="Josefin Sans"/>
              </a:rPr>
              <a:t>Chapter -15</a:t>
            </a:r>
            <a:endParaRPr lang="en-IN" sz="2400" spc="-1" dirty="0">
              <a:solidFill>
                <a:srgbClr val="000000"/>
              </a:solidFill>
              <a:latin typeface="Arial"/>
            </a:endParaRPr>
          </a:p>
        </p:txBody>
      </p:sp>
      <p:sp>
        <p:nvSpPr>
          <p:cNvPr id="20" name="PlaceHolder 1"/>
          <p:cNvSpPr txBox="1">
            <a:spLocks/>
          </p:cNvSpPr>
          <p:nvPr/>
        </p:nvSpPr>
        <p:spPr>
          <a:xfrm>
            <a:off x="1303992" y="606765"/>
            <a:ext cx="7719120" cy="291114"/>
          </a:xfrm>
          <a:prstGeom prst="rect">
            <a:avLst/>
          </a:prstGeom>
          <a:noFill/>
          <a:ln w="0">
            <a:noFill/>
          </a:ln>
        </p:spPr>
        <p:txBody>
          <a:bodyPr lIns="0" tIns="0" rIns="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tabLst>
                <a:tab pos="0" algn="l"/>
              </a:tabLst>
            </a:pPr>
            <a:r>
              <a:rPr lang="en" sz="1800" spc="-1" dirty="0" smtClean="0">
                <a:solidFill>
                  <a:srgbClr val="E9C78C"/>
                </a:solidFill>
                <a:latin typeface="Josefin Sans"/>
              </a:rPr>
              <a:t>Chapter name :- </a:t>
            </a:r>
            <a:r>
              <a:rPr lang="en" sz="1800" b="1" spc="-1" dirty="0" smtClean="0">
                <a:solidFill>
                  <a:srgbClr val="E9C78C"/>
                </a:solidFill>
                <a:latin typeface="Josefin Sans"/>
              </a:rPr>
              <a:t>Lets’ Begun</a:t>
            </a:r>
            <a:endParaRPr lang="en-IN" sz="2800" b="1" spc="-1" dirty="0">
              <a:solidFill>
                <a:srgbClr val="000000"/>
              </a:solidFill>
              <a:latin typeface="Arial"/>
            </a:endParaRPr>
          </a:p>
        </p:txBody>
      </p:sp>
      <p:sp>
        <p:nvSpPr>
          <p:cNvPr id="24" name="PlaceHolder 1"/>
          <p:cNvSpPr txBox="1">
            <a:spLocks/>
          </p:cNvSpPr>
          <p:nvPr/>
        </p:nvSpPr>
        <p:spPr>
          <a:xfrm>
            <a:off x="1349398" y="1424033"/>
            <a:ext cx="7719120" cy="291114"/>
          </a:xfrm>
          <a:prstGeom prst="rect">
            <a:avLst/>
          </a:prstGeom>
          <a:noFill/>
          <a:ln w="0">
            <a:noFill/>
          </a:ln>
        </p:spPr>
        <p:txBody>
          <a:bodyPr lIns="0" tIns="0" rIns="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tabLst>
                <a:tab pos="0" algn="l"/>
              </a:tabLst>
            </a:pPr>
            <a:r>
              <a:rPr lang="en" sz="1800" u="sng" spc="-1" dirty="0" smtClean="0">
                <a:solidFill>
                  <a:srgbClr val="E9C78C"/>
                </a:solidFill>
                <a:latin typeface="Josefin Sans"/>
              </a:rPr>
              <a:t> The hospital Day celebration</a:t>
            </a:r>
            <a:endParaRPr lang="en-IN" sz="2800" b="1" u="sng"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1375" name="Google Shape;236;p43"/>
          <p:cNvGrpSpPr/>
          <p:nvPr/>
        </p:nvGrpSpPr>
        <p:grpSpPr>
          <a:xfrm>
            <a:off x="198797" y="1251802"/>
            <a:ext cx="2637000" cy="3510000"/>
            <a:chOff x="3329640" y="1640160"/>
            <a:chExt cx="2637000" cy="3510000"/>
          </a:xfrm>
        </p:grpSpPr>
        <p:pic>
          <p:nvPicPr>
            <p:cNvPr id="1376" name="Google Shape;237;p43"/>
            <p:cNvPicPr/>
            <p:nvPr/>
          </p:nvPicPr>
          <p:blipFill>
            <a:blip r:embed="rId2"/>
            <a:stretch/>
          </p:blipFill>
          <p:spPr>
            <a:xfrm>
              <a:off x="3329640" y="1640160"/>
              <a:ext cx="2637000" cy="2624760"/>
            </a:xfrm>
            <a:prstGeom prst="rect">
              <a:avLst/>
            </a:prstGeom>
            <a:ln w="0">
              <a:noFill/>
            </a:ln>
          </p:spPr>
        </p:pic>
        <p:pic>
          <p:nvPicPr>
            <p:cNvPr id="1377" name="Google Shape;238;p43"/>
            <p:cNvPicPr/>
            <p:nvPr/>
          </p:nvPicPr>
          <p:blipFill>
            <a:blip r:embed="rId2"/>
            <a:srcRect t="15101" r="70673" b="15093"/>
            <a:stretch/>
          </p:blipFill>
          <p:spPr>
            <a:xfrm rot="5400000">
              <a:off x="4064040" y="3386160"/>
              <a:ext cx="1046880" cy="2481120"/>
            </a:xfrm>
            <a:prstGeom prst="rect">
              <a:avLst/>
            </a:prstGeom>
            <a:ln w="0">
              <a:noFill/>
            </a:ln>
          </p:spPr>
        </p:pic>
      </p:grpSp>
      <p:pic>
        <p:nvPicPr>
          <p:cNvPr id="1378" name="Google Shape;239;p43"/>
          <p:cNvPicPr/>
          <p:nvPr/>
        </p:nvPicPr>
        <p:blipFill>
          <a:blip r:embed="rId3"/>
          <a:stretch/>
        </p:blipFill>
        <p:spPr>
          <a:xfrm>
            <a:off x="358535" y="386297"/>
            <a:ext cx="690947" cy="658505"/>
          </a:xfrm>
          <a:prstGeom prst="rect">
            <a:avLst/>
          </a:prstGeom>
          <a:ln w="0">
            <a:noFill/>
          </a:ln>
        </p:spPr>
      </p:pic>
      <p:sp>
        <p:nvSpPr>
          <p:cNvPr id="1382" name="PlaceHolder 4"/>
          <p:cNvSpPr>
            <a:spLocks noGrp="1"/>
          </p:cNvSpPr>
          <p:nvPr>
            <p:ph type="title"/>
          </p:nvPr>
        </p:nvSpPr>
        <p:spPr>
          <a:xfrm>
            <a:off x="2853077" y="2115995"/>
            <a:ext cx="5791549" cy="1791600"/>
          </a:xfrm>
          <a:prstGeom prst="rect">
            <a:avLst/>
          </a:prstGeom>
          <a:noFill/>
          <a:ln w="0">
            <a:noFill/>
          </a:ln>
        </p:spPr>
        <p:txBody>
          <a:bodyPr tIns="0" bIns="91440" anchor="t">
            <a:noAutofit/>
          </a:bodyPr>
          <a:lstStyle/>
          <a:p>
            <a:pPr>
              <a:lnSpc>
                <a:spcPct val="100000"/>
              </a:lnSpc>
              <a:tabLst>
                <a:tab pos="0" algn="l"/>
              </a:tabLst>
            </a:pPr>
            <a:r>
              <a:rPr lang="en" sz="29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“Prema is the seed, Bakthi the sprout, Faith the manure, sathsanga the rain, Surrender the flower and merging with the lord the fruit he declared.”</a:t>
            </a: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r>
            <a:b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b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t>
            </a:r>
            <a:endParaRPr lang="en-IN" sz="2800" b="0" strike="noStrike" spc="-1" dirty="0">
              <a:solidFill>
                <a:srgbClr val="000000"/>
              </a:solidFill>
              <a:latin typeface="Arial"/>
            </a:endParaRPr>
          </a:p>
        </p:txBody>
      </p:sp>
      <p:pic>
        <p:nvPicPr>
          <p:cNvPr id="1394" name="Google Shape;255;p43"/>
          <p:cNvPicPr/>
          <p:nvPr/>
        </p:nvPicPr>
        <p:blipFill>
          <a:blip r:embed="rId4"/>
          <a:stretch/>
        </p:blipFill>
        <p:spPr>
          <a:xfrm>
            <a:off x="8304840" y="76859"/>
            <a:ext cx="839160" cy="803520"/>
          </a:xfrm>
          <a:prstGeom prst="rect">
            <a:avLst/>
          </a:prstGeom>
          <a:ln w="0">
            <a:noFill/>
          </a:ln>
        </p:spPr>
      </p:pic>
      <p:pic>
        <p:nvPicPr>
          <p:cNvPr id="3" name="Picture 2"/>
          <p:cNvPicPr>
            <a:picLocks noChangeAspect="1"/>
          </p:cNvPicPr>
          <p:nvPr/>
        </p:nvPicPr>
        <p:blipFill>
          <a:blip r:embed="rId5"/>
          <a:stretch>
            <a:fillRect/>
          </a:stretch>
        </p:blipFill>
        <p:spPr>
          <a:xfrm>
            <a:off x="407281" y="1418530"/>
            <a:ext cx="2098711" cy="2819832"/>
          </a:xfrm>
          <a:prstGeom prst="rect">
            <a:avLst/>
          </a:prstGeom>
          <a:ln>
            <a:noFill/>
          </a:ln>
          <a:effectLst>
            <a:softEdge rad="112500"/>
          </a:effectLst>
        </p:spPr>
      </p:pic>
      <p:sp>
        <p:nvSpPr>
          <p:cNvPr id="10" name="PlaceHolder 1"/>
          <p:cNvSpPr txBox="1">
            <a:spLocks/>
          </p:cNvSpPr>
          <p:nvPr/>
        </p:nvSpPr>
        <p:spPr>
          <a:xfrm>
            <a:off x="1266024" y="1312475"/>
            <a:ext cx="7719120" cy="291114"/>
          </a:xfrm>
          <a:prstGeom prst="rect">
            <a:avLst/>
          </a:prstGeom>
          <a:noFill/>
          <a:ln w="0">
            <a:noFill/>
          </a:ln>
        </p:spPr>
        <p:txBody>
          <a:bodyPr lIns="0" tIns="0" rIns="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tabLst>
                <a:tab pos="0" algn="l"/>
              </a:tabLst>
            </a:pPr>
            <a:r>
              <a:rPr lang="en" sz="1800" u="sng" spc="-1" dirty="0" smtClean="0">
                <a:solidFill>
                  <a:srgbClr val="E9C78C"/>
                </a:solidFill>
                <a:latin typeface="Josefin Sans"/>
              </a:rPr>
              <a:t> Divine Speaks!</a:t>
            </a:r>
            <a:endParaRPr lang="en-IN" sz="2800" b="1" u="sng"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412" name="Google Shape;281;p45"/>
          <p:cNvPicPr/>
          <p:nvPr/>
        </p:nvPicPr>
        <p:blipFill>
          <a:blip r:embed="rId2"/>
          <a:stretch/>
        </p:blipFill>
        <p:spPr>
          <a:xfrm>
            <a:off x="6622144" y="1240413"/>
            <a:ext cx="743911" cy="513428"/>
          </a:xfrm>
          <a:prstGeom prst="rect">
            <a:avLst/>
          </a:prstGeom>
          <a:ln w="0">
            <a:noFill/>
          </a:ln>
        </p:spPr>
      </p:pic>
      <p:pic>
        <p:nvPicPr>
          <p:cNvPr id="1408" name="Google Shape;277;p45"/>
          <p:cNvPicPr/>
          <p:nvPr/>
        </p:nvPicPr>
        <p:blipFill>
          <a:blip r:embed="rId3"/>
          <a:stretch/>
        </p:blipFill>
        <p:spPr>
          <a:xfrm rot="1126939" flipH="1">
            <a:off x="-518096" y="1258621"/>
            <a:ext cx="3663047" cy="3616267"/>
          </a:xfrm>
          <a:prstGeom prst="rect">
            <a:avLst/>
          </a:prstGeom>
          <a:ln w="0">
            <a:noFill/>
          </a:ln>
        </p:spPr>
      </p:pic>
      <p:pic>
        <p:nvPicPr>
          <p:cNvPr id="16" name="Google Shape;435;p53"/>
          <p:cNvPicPr/>
          <p:nvPr/>
        </p:nvPicPr>
        <p:blipFill>
          <a:blip r:embed="rId4"/>
          <a:stretch/>
        </p:blipFill>
        <p:spPr>
          <a:xfrm rot="9910683">
            <a:off x="8148421" y="-729932"/>
            <a:ext cx="1000800" cy="2250000"/>
          </a:xfrm>
          <a:prstGeom prst="rect">
            <a:avLst/>
          </a:prstGeom>
          <a:ln w="0">
            <a:noFill/>
          </a:ln>
        </p:spPr>
      </p:pic>
      <p:pic>
        <p:nvPicPr>
          <p:cNvPr id="17" name="Google Shape;438;p53"/>
          <p:cNvPicPr/>
          <p:nvPr/>
        </p:nvPicPr>
        <p:blipFill>
          <a:blip r:embed="rId5"/>
          <a:stretch/>
        </p:blipFill>
        <p:spPr>
          <a:xfrm rot="12838683">
            <a:off x="8136181" y="-272372"/>
            <a:ext cx="1025640" cy="2336040"/>
          </a:xfrm>
          <a:prstGeom prst="rect">
            <a:avLst/>
          </a:prstGeom>
          <a:ln w="0">
            <a:noFill/>
          </a:ln>
        </p:spPr>
      </p:pic>
      <p:sp>
        <p:nvSpPr>
          <p:cNvPr id="1405" name="PlaceHolder 2"/>
          <p:cNvSpPr>
            <a:spLocks noGrp="1"/>
          </p:cNvSpPr>
          <p:nvPr>
            <p:ph type="subTitle"/>
          </p:nvPr>
        </p:nvSpPr>
        <p:spPr>
          <a:xfrm>
            <a:off x="2763981" y="1872255"/>
            <a:ext cx="5773565" cy="3020040"/>
          </a:xfrm>
          <a:prstGeom prst="rect">
            <a:avLst/>
          </a:prstGeom>
          <a:noFill/>
          <a:ln w="0">
            <a:noFill/>
          </a:ln>
        </p:spPr>
        <p:txBody>
          <a:bodyPr tIns="91440" bIns="91440" anchor="t">
            <a:noAutofit/>
          </a:bodyPr>
          <a:lstStyle/>
          <a:p>
            <a:pPr>
              <a:lnSpc>
                <a:spcPct val="100000"/>
              </a:lnSpc>
              <a:buNone/>
              <a:tabLst>
                <a:tab pos="0" algn="l"/>
              </a:tabLst>
            </a:pPr>
            <a:r>
              <a:rPr lang="en-IN" sz="2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“Some ignorant people commenting on me say that I have a double personality daivathwam (divinity)most of time. But manushyathwam (Humanity) the rest of time ”.</a:t>
            </a:r>
          </a:p>
          <a:p>
            <a:pPr>
              <a:lnSpc>
                <a:spcPct val="100000"/>
              </a:lnSpc>
              <a:buNone/>
              <a:tabLst>
                <a:tab pos="0" algn="l"/>
              </a:tabLst>
            </a:pPr>
            <a:r>
              <a:rPr lang="en-IN" sz="2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But have faith in this, I am ever and always, of the “thwam” of the “ity” only. God does not change, or get transformed. I am telling you this because us, not the mere casual connection of visitor and visited”. </a:t>
            </a:r>
            <a:endParaRPr lang="en-IN" sz="2200" b="0" strike="noStrike"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14" name="Google Shape;280;p45"/>
          <p:cNvPicPr/>
          <p:nvPr/>
        </p:nvPicPr>
        <p:blipFill>
          <a:blip r:embed="rId6"/>
          <a:stretch/>
        </p:blipFill>
        <p:spPr>
          <a:xfrm>
            <a:off x="8537546" y="124510"/>
            <a:ext cx="839160" cy="803520"/>
          </a:xfrm>
          <a:prstGeom prst="rect">
            <a:avLst/>
          </a:prstGeom>
          <a:ln w="0">
            <a:noFill/>
          </a:ln>
        </p:spPr>
      </p:pic>
      <p:sp>
        <p:nvSpPr>
          <p:cNvPr id="3" name="Rectangle 2"/>
          <p:cNvSpPr/>
          <p:nvPr/>
        </p:nvSpPr>
        <p:spPr>
          <a:xfrm>
            <a:off x="3968646" y="1421281"/>
            <a:ext cx="2719142" cy="523220"/>
          </a:xfrm>
          <a:prstGeom prst="rect">
            <a:avLst/>
          </a:prstGeom>
        </p:spPr>
        <p:txBody>
          <a:bodyPr wrap="none">
            <a:spAutoFit/>
          </a:bodyPr>
          <a:lstStyle/>
          <a:p>
            <a:r>
              <a:rPr lang="en" sz="2800" u="sng"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Can we understand items?</a:t>
            </a:r>
            <a:endParaRPr lang="en-US" sz="2400" u="sng" dirty="0"/>
          </a:p>
        </p:txBody>
      </p:sp>
      <p:grpSp>
        <p:nvGrpSpPr>
          <p:cNvPr id="13" name="Google Shape;236;p43"/>
          <p:cNvGrpSpPr/>
          <p:nvPr/>
        </p:nvGrpSpPr>
        <p:grpSpPr>
          <a:xfrm>
            <a:off x="7295393" y="3573892"/>
            <a:ext cx="1163769" cy="918114"/>
            <a:chOff x="3329640" y="1640160"/>
            <a:chExt cx="2637000" cy="3510000"/>
          </a:xfrm>
        </p:grpSpPr>
        <p:pic>
          <p:nvPicPr>
            <p:cNvPr id="15" name="Google Shape;237;p43"/>
            <p:cNvPicPr/>
            <p:nvPr/>
          </p:nvPicPr>
          <p:blipFill>
            <a:blip r:embed="rId3"/>
            <a:stretch/>
          </p:blipFill>
          <p:spPr>
            <a:xfrm>
              <a:off x="3329640" y="1640160"/>
              <a:ext cx="2637000" cy="2624760"/>
            </a:xfrm>
            <a:prstGeom prst="rect">
              <a:avLst/>
            </a:prstGeom>
            <a:ln w="0">
              <a:noFill/>
            </a:ln>
          </p:spPr>
        </p:pic>
        <p:pic>
          <p:nvPicPr>
            <p:cNvPr id="18" name="Google Shape;238;p43"/>
            <p:cNvPicPr/>
            <p:nvPr/>
          </p:nvPicPr>
          <p:blipFill>
            <a:blip r:embed="rId3"/>
            <a:srcRect t="15101" r="70673" b="15093"/>
            <a:stretch/>
          </p:blipFill>
          <p:spPr>
            <a:xfrm rot="5400000">
              <a:off x="4064040" y="3386160"/>
              <a:ext cx="1046880" cy="2481120"/>
            </a:xfrm>
            <a:prstGeom prst="rect">
              <a:avLst/>
            </a:prstGeom>
            <a:ln w="0">
              <a:noFill/>
            </a:ln>
          </p:spPr>
        </p:pic>
      </p:grpSp>
      <p:pic>
        <p:nvPicPr>
          <p:cNvPr id="4" name="Picture 3"/>
          <p:cNvPicPr>
            <a:picLocks noChangeAspect="1"/>
          </p:cNvPicPr>
          <p:nvPr/>
        </p:nvPicPr>
        <p:blipFill>
          <a:blip r:embed="rId7"/>
          <a:stretch>
            <a:fillRect/>
          </a:stretch>
        </p:blipFill>
        <p:spPr>
          <a:xfrm>
            <a:off x="296401" y="765204"/>
            <a:ext cx="2281662" cy="3691758"/>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397" name="Google Shape;262;p44"/>
          <p:cNvPicPr/>
          <p:nvPr/>
        </p:nvPicPr>
        <p:blipFill>
          <a:blip r:embed="rId2"/>
          <a:stretch/>
        </p:blipFill>
        <p:spPr>
          <a:xfrm>
            <a:off x="0" y="703383"/>
            <a:ext cx="3571560" cy="3555000"/>
          </a:xfrm>
          <a:prstGeom prst="rect">
            <a:avLst/>
          </a:prstGeom>
          <a:ln w="0">
            <a:noFill/>
          </a:ln>
        </p:spPr>
      </p:pic>
      <p:sp>
        <p:nvSpPr>
          <p:cNvPr id="15" name="PlaceHolder 2"/>
          <p:cNvSpPr txBox="1">
            <a:spLocks/>
          </p:cNvSpPr>
          <p:nvPr/>
        </p:nvSpPr>
        <p:spPr>
          <a:xfrm>
            <a:off x="3254388" y="1620570"/>
            <a:ext cx="5773565" cy="3020040"/>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Ø"/>
              <a:tabLst>
                <a:tab pos="0" algn="l"/>
              </a:tabLst>
            </a:pPr>
            <a:r>
              <a:rPr lang="en-IN" sz="2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On Guru Pournami day ,1961,at Mysore. “The time has come to weed out the gurus who are setting bad example to the sishyas (students), The sanyasis who complete in the accumulation of comforts and the acquisition of frame. ”</a:t>
            </a:r>
          </a:p>
          <a:p>
            <a:pPr>
              <a:lnSpc>
                <a:spcPct val="100000"/>
              </a:lnSpc>
              <a:buFont typeface="Wingdings" panose="05000000000000000000" pitchFamily="2" charset="2"/>
              <a:buChar char="Ø"/>
              <a:tabLst>
                <a:tab pos="0" algn="l"/>
              </a:tabLst>
            </a:pPr>
            <a:r>
              <a:rPr lang="en-IN" sz="2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On Mhasivarathri day, There is no one in this world who does not belong to me; all are mine; they may not call out my name or any name; but, they are mine.</a:t>
            </a:r>
          </a:p>
          <a:p>
            <a:pPr>
              <a:lnSpc>
                <a:spcPct val="100000"/>
              </a:lnSpc>
              <a:buFont typeface="Wingdings" panose="05000000000000000000" pitchFamily="2" charset="2"/>
              <a:buChar char="Ø"/>
              <a:tabLst>
                <a:tab pos="0" algn="l"/>
              </a:tabLst>
            </a:pPr>
            <a:r>
              <a:rPr lang="en-IN" sz="2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For this function is the beginning of a new era. The sathya sai Era, force of all.</a:t>
            </a:r>
            <a:endParaRPr lang="en-IN" sz="2200"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16" name="Rectangle 15"/>
          <p:cNvSpPr/>
          <p:nvPr/>
        </p:nvSpPr>
        <p:spPr>
          <a:xfrm>
            <a:off x="5148900" y="1097350"/>
            <a:ext cx="1407950" cy="523220"/>
          </a:xfrm>
          <a:prstGeom prst="rect">
            <a:avLst/>
          </a:prstGeom>
        </p:spPr>
        <p:txBody>
          <a:bodyPr wrap="none">
            <a:spAutoFit/>
          </a:bodyPr>
          <a:lstStyle/>
          <a:p>
            <a:r>
              <a:rPr lang="en" sz="2800" u="sng"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Mind them!!</a:t>
            </a:r>
            <a:endParaRPr lang="en-US" sz="2400" u="sng"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344" y="941066"/>
            <a:ext cx="2229408" cy="33950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440" name="Google Shape;317;p47"/>
          <p:cNvPicPr/>
          <p:nvPr/>
        </p:nvPicPr>
        <p:blipFill>
          <a:blip r:embed="rId2"/>
          <a:stretch/>
        </p:blipFill>
        <p:spPr>
          <a:xfrm>
            <a:off x="8526386" y="96120"/>
            <a:ext cx="839160" cy="803520"/>
          </a:xfrm>
          <a:prstGeom prst="rect">
            <a:avLst/>
          </a:prstGeom>
          <a:ln w="0">
            <a:noFill/>
          </a:ln>
        </p:spPr>
      </p:pic>
      <p:sp>
        <p:nvSpPr>
          <p:cNvPr id="12" name="PlaceHolder 2"/>
          <p:cNvSpPr txBox="1">
            <a:spLocks/>
          </p:cNvSpPr>
          <p:nvPr/>
        </p:nvSpPr>
        <p:spPr>
          <a:xfrm>
            <a:off x="3230767" y="1418778"/>
            <a:ext cx="5773565" cy="3020040"/>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Ø"/>
              <a:tabLst>
                <a:tab pos="0" algn="l"/>
              </a:tabLst>
            </a:pPr>
            <a:r>
              <a:rPr lang="en-IN" sz="2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Baba has often said that the holiness of a place of pilgrimage is proportionate to the devotion, Which the bhaktas bring with them and the sincerity of the prayer, which they pour forth before the shrine.</a:t>
            </a:r>
          </a:p>
          <a:p>
            <a:pPr>
              <a:lnSpc>
                <a:spcPct val="100000"/>
              </a:lnSpc>
              <a:buFont typeface="Wingdings" panose="05000000000000000000" pitchFamily="2" charset="2"/>
              <a:buChar char="Ø"/>
              <a:tabLst>
                <a:tab pos="0" algn="l"/>
              </a:tabLst>
            </a:pPr>
            <a:r>
              <a:rPr lang="en-IN" sz="2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Baba planned a tour of Ayodhya and Benares after a short stay at Madras. On 23</a:t>
            </a:r>
            <a:r>
              <a:rPr lang="en-IN" sz="2200" spc="-1" baseline="30000"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rd</a:t>
            </a:r>
            <a:r>
              <a:rPr lang="en-IN" sz="2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march. baba addressed a mammoth  gathering at railway stadium,Perambur and the silent admiration,which the assembly evinced throughout the address made Dr. Ramakrishna Rao (The governor of Uttar Pradesh).</a:t>
            </a:r>
          </a:p>
        </p:txBody>
      </p:sp>
      <p:pic>
        <p:nvPicPr>
          <p:cNvPr id="6" name="Google Shape;312;p47"/>
          <p:cNvPicPr/>
          <p:nvPr/>
        </p:nvPicPr>
        <p:blipFill>
          <a:blip r:embed="rId3"/>
          <a:stretch/>
        </p:blipFill>
        <p:spPr>
          <a:xfrm rot="1856867">
            <a:off x="7241524" y="2911956"/>
            <a:ext cx="1954360" cy="2595949"/>
          </a:xfrm>
          <a:prstGeom prst="rect">
            <a:avLst/>
          </a:prstGeom>
          <a:ln w="0">
            <a:noFill/>
          </a:ln>
        </p:spPr>
      </p:pic>
      <p:pic>
        <p:nvPicPr>
          <p:cNvPr id="7" name="Google Shape;312;p47"/>
          <p:cNvPicPr/>
          <p:nvPr/>
        </p:nvPicPr>
        <p:blipFill>
          <a:blip r:embed="rId3"/>
          <a:stretch/>
        </p:blipFill>
        <p:spPr>
          <a:xfrm rot="1856867">
            <a:off x="-732545" y="-398334"/>
            <a:ext cx="1954360" cy="2595949"/>
          </a:xfrm>
          <a:prstGeom prst="rect">
            <a:avLst/>
          </a:prstGeom>
          <a:ln w="0">
            <a:noFill/>
          </a:ln>
        </p:spPr>
      </p:pic>
      <p:pic>
        <p:nvPicPr>
          <p:cNvPr id="2" name="Picture 1"/>
          <p:cNvPicPr>
            <a:picLocks noChangeAspect="1"/>
          </p:cNvPicPr>
          <p:nvPr/>
        </p:nvPicPr>
        <p:blipFill>
          <a:blip r:embed="rId4"/>
          <a:stretch>
            <a:fillRect/>
          </a:stretch>
        </p:blipFill>
        <p:spPr>
          <a:xfrm>
            <a:off x="89620" y="1418778"/>
            <a:ext cx="3321145" cy="28932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5" name="Google Shape;312;p47"/>
          <p:cNvPicPr/>
          <p:nvPr/>
        </p:nvPicPr>
        <p:blipFill>
          <a:blip r:embed="rId2"/>
          <a:stretch/>
        </p:blipFill>
        <p:spPr>
          <a:xfrm>
            <a:off x="-560688" y="1509141"/>
            <a:ext cx="3571560" cy="3555000"/>
          </a:xfrm>
          <a:prstGeom prst="rect">
            <a:avLst/>
          </a:prstGeom>
          <a:ln w="0">
            <a:noFill/>
          </a:ln>
        </p:spPr>
      </p:pic>
      <p:pic>
        <p:nvPicPr>
          <p:cNvPr id="1440" name="Google Shape;317;p47"/>
          <p:cNvPicPr/>
          <p:nvPr/>
        </p:nvPicPr>
        <p:blipFill>
          <a:blip r:embed="rId3"/>
          <a:stretch/>
        </p:blipFill>
        <p:spPr>
          <a:xfrm>
            <a:off x="8526386" y="96120"/>
            <a:ext cx="839160" cy="803520"/>
          </a:xfrm>
          <a:prstGeom prst="rect">
            <a:avLst/>
          </a:prstGeom>
          <a:ln w="0">
            <a:noFill/>
          </a:ln>
        </p:spPr>
      </p:pic>
      <p:sp>
        <p:nvSpPr>
          <p:cNvPr id="12" name="PlaceHolder 2"/>
          <p:cNvSpPr txBox="1">
            <a:spLocks/>
          </p:cNvSpPr>
          <p:nvPr/>
        </p:nvSpPr>
        <p:spPr>
          <a:xfrm>
            <a:off x="2752821" y="1448691"/>
            <a:ext cx="5773565" cy="3020040"/>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Ø"/>
              <a:tabLst>
                <a:tab pos="0" algn="l"/>
              </a:tabLst>
            </a:pPr>
            <a:r>
              <a:rPr lang="en-IN" sz="2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Dr . Ramakrishna Rao invited Baba to lucknow and when he was there, He allowed the citizens of lucknow to attend the bajans sessions at the Raj Bhavan. Some of them were aware of his presence and by seeing miraculous happening, Which attracted more  seekers to him.</a:t>
            </a:r>
          </a:p>
          <a:p>
            <a:pPr>
              <a:lnSpc>
                <a:spcPct val="100000"/>
              </a:lnSpc>
              <a:buFont typeface="Wingdings" panose="05000000000000000000" pitchFamily="2" charset="2"/>
              <a:buChar char="Ø"/>
              <a:tabLst>
                <a:tab pos="0" algn="l"/>
              </a:tabLst>
            </a:pPr>
            <a:r>
              <a:rPr lang="en-IN" sz="2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He also addressed a meeting at the Town hall, Under the auspices of the Andhra Association, the Tamil sangha,The Kerala Association and the Mysore Association, who felt that they should honour him. Presumably because baba hailed from south of India! But as baba said once Dakshinamurti does not belongs to dakshinapatha</a:t>
            </a:r>
            <a:r>
              <a:rPr lang="en-IN" sz="2200"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a:t>
            </a:r>
            <a:endParaRPr lang="en-IN" sz="2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2" name="Rectangle 1"/>
          <p:cNvSpPr/>
          <p:nvPr/>
        </p:nvSpPr>
        <p:spPr>
          <a:xfrm>
            <a:off x="4178580" y="985921"/>
            <a:ext cx="2264018" cy="523220"/>
          </a:xfrm>
          <a:prstGeom prst="rect">
            <a:avLst/>
          </a:prstGeom>
        </p:spPr>
        <p:txBody>
          <a:bodyPr wrap="none">
            <a:spAutoFit/>
          </a:bodyPr>
          <a:lstStyle/>
          <a:p>
            <a:r>
              <a:rPr lang="en-IN" sz="2800" u="sng"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Dr. </a:t>
            </a:r>
            <a:r>
              <a:rPr lang="en-IN" sz="2800" u="sng"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Ramakrishna Rao</a:t>
            </a:r>
            <a:endParaRPr lang="en-US" sz="2800" u="sng" dirty="0">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3" name="Picture 2"/>
          <p:cNvPicPr>
            <a:picLocks noChangeAspect="1"/>
          </p:cNvPicPr>
          <p:nvPr/>
        </p:nvPicPr>
        <p:blipFill>
          <a:blip r:embed="rId4"/>
          <a:stretch>
            <a:fillRect/>
          </a:stretch>
        </p:blipFill>
        <p:spPr>
          <a:xfrm>
            <a:off x="249879" y="631777"/>
            <a:ext cx="2395938" cy="369103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3271892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5" name="Google Shape;312;p47"/>
          <p:cNvPicPr/>
          <p:nvPr/>
        </p:nvPicPr>
        <p:blipFill>
          <a:blip r:embed="rId2"/>
          <a:stretch/>
        </p:blipFill>
        <p:spPr>
          <a:xfrm>
            <a:off x="-531505" y="1588500"/>
            <a:ext cx="3571560" cy="3555000"/>
          </a:xfrm>
          <a:prstGeom prst="rect">
            <a:avLst/>
          </a:prstGeom>
          <a:ln w="0">
            <a:noFill/>
          </a:ln>
        </p:spPr>
      </p:pic>
      <p:pic>
        <p:nvPicPr>
          <p:cNvPr id="1440" name="Google Shape;317;p47"/>
          <p:cNvPicPr/>
          <p:nvPr/>
        </p:nvPicPr>
        <p:blipFill>
          <a:blip r:embed="rId3"/>
          <a:stretch/>
        </p:blipFill>
        <p:spPr>
          <a:xfrm>
            <a:off x="8526386" y="96120"/>
            <a:ext cx="839160" cy="803520"/>
          </a:xfrm>
          <a:prstGeom prst="rect">
            <a:avLst/>
          </a:prstGeom>
          <a:ln w="0">
            <a:noFill/>
          </a:ln>
        </p:spPr>
      </p:pic>
      <p:sp>
        <p:nvSpPr>
          <p:cNvPr id="12" name="PlaceHolder 2"/>
          <p:cNvSpPr txBox="1">
            <a:spLocks/>
          </p:cNvSpPr>
          <p:nvPr/>
        </p:nvSpPr>
        <p:spPr>
          <a:xfrm>
            <a:off x="2752821" y="1448691"/>
            <a:ext cx="5773565" cy="3020040"/>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Ø"/>
              <a:tabLst>
                <a:tab pos="0" algn="l"/>
              </a:tabLst>
            </a:pPr>
            <a:r>
              <a:rPr lang="en-IN" sz="2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Baba proceeded to ayodhya with a small group od devotees. He pointed out to them the various places associated with Ramayana and the spots sanctified by divine events.</a:t>
            </a:r>
          </a:p>
          <a:p>
            <a:pPr>
              <a:lnSpc>
                <a:spcPct val="100000"/>
              </a:lnSpc>
              <a:buFont typeface="Wingdings" panose="05000000000000000000" pitchFamily="2" charset="2"/>
              <a:buChar char="Ø"/>
              <a:tabLst>
                <a:tab pos="0" algn="l"/>
              </a:tabLst>
            </a:pPr>
            <a:r>
              <a:rPr lang="en-IN" sz="2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He said that bakti was still very deeply implanted in the hearts of the people in the area </a:t>
            </a:r>
          </a:p>
          <a:p>
            <a:pPr>
              <a:lnSpc>
                <a:spcPct val="100000"/>
              </a:lnSpc>
              <a:buFont typeface="Wingdings" panose="05000000000000000000" pitchFamily="2" charset="2"/>
              <a:buChar char="Ø"/>
              <a:tabLst>
                <a:tab pos="0" algn="l"/>
              </a:tabLst>
            </a:pPr>
            <a:r>
              <a:rPr lang="en-IN" sz="22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Baba gave wonder full lesson that “people worship the lord as existing in Ayodhya or Dwaraka”.and nowwhere else; That is wrong; He is everywhere.</a:t>
            </a:r>
          </a:p>
        </p:txBody>
      </p:sp>
      <p:sp>
        <p:nvSpPr>
          <p:cNvPr id="2" name="Rectangle 1"/>
          <p:cNvSpPr/>
          <p:nvPr/>
        </p:nvSpPr>
        <p:spPr>
          <a:xfrm>
            <a:off x="3886751" y="989500"/>
            <a:ext cx="1986698" cy="369332"/>
          </a:xfrm>
          <a:prstGeom prst="rect">
            <a:avLst/>
          </a:prstGeom>
        </p:spPr>
        <p:txBody>
          <a:bodyPr wrap="none">
            <a:spAutoFit/>
          </a:bodyPr>
          <a:lstStyle/>
          <a:p>
            <a:r>
              <a:rPr lang="en-IN" u="sng" spc="-1" dirty="0" smtClean="0">
                <a:solidFill>
                  <a:srgbClr val="E9C78C"/>
                </a:solidFill>
              </a:rPr>
              <a:t>Baba to Ayodhya </a:t>
            </a:r>
            <a:endParaRPr lang="en-US" u="sng" dirty="0"/>
          </a:p>
        </p:txBody>
      </p:sp>
      <p:pic>
        <p:nvPicPr>
          <p:cNvPr id="3" name="Picture 2"/>
          <p:cNvPicPr>
            <a:picLocks noChangeAspect="1"/>
          </p:cNvPicPr>
          <p:nvPr/>
        </p:nvPicPr>
        <p:blipFill rotWithShape="1">
          <a:blip r:embed="rId4"/>
          <a:srcRect l="4809" r="1658"/>
          <a:stretch/>
        </p:blipFill>
        <p:spPr>
          <a:xfrm>
            <a:off x="398834" y="1358832"/>
            <a:ext cx="2112330" cy="263850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52900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5" name="Google Shape;312;p47"/>
          <p:cNvPicPr/>
          <p:nvPr/>
        </p:nvPicPr>
        <p:blipFill>
          <a:blip r:embed="rId2"/>
          <a:stretch/>
        </p:blipFill>
        <p:spPr>
          <a:xfrm>
            <a:off x="-65001" y="2950248"/>
            <a:ext cx="2918886" cy="2672674"/>
          </a:xfrm>
          <a:prstGeom prst="rect">
            <a:avLst/>
          </a:prstGeom>
          <a:ln w="0">
            <a:noFill/>
          </a:ln>
        </p:spPr>
      </p:pic>
      <p:pic>
        <p:nvPicPr>
          <p:cNvPr id="1440" name="Google Shape;317;p47"/>
          <p:cNvPicPr/>
          <p:nvPr/>
        </p:nvPicPr>
        <p:blipFill>
          <a:blip r:embed="rId3"/>
          <a:stretch/>
        </p:blipFill>
        <p:spPr>
          <a:xfrm>
            <a:off x="8526386" y="96120"/>
            <a:ext cx="839160" cy="803520"/>
          </a:xfrm>
          <a:prstGeom prst="rect">
            <a:avLst/>
          </a:prstGeom>
          <a:ln w="0">
            <a:noFill/>
          </a:ln>
        </p:spPr>
      </p:pic>
      <p:sp>
        <p:nvSpPr>
          <p:cNvPr id="12" name="PlaceHolder 2"/>
          <p:cNvSpPr txBox="1">
            <a:spLocks/>
          </p:cNvSpPr>
          <p:nvPr/>
        </p:nvSpPr>
        <p:spPr>
          <a:xfrm>
            <a:off x="2853885" y="1440228"/>
            <a:ext cx="5773565" cy="3020040"/>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200" dirty="0">
                <a:solidFill>
                  <a:schemeClr val="tx2">
                    <a:lumMod val="75000"/>
                  </a:schemeClr>
                </a:solidFill>
                <a:latin typeface="Microsoft Himalaya" panose="01010100010101010101" pitchFamily="2" charset="0"/>
                <a:ea typeface="Microsoft Himalaya" panose="01010100010101010101" pitchFamily="2" charset="0"/>
                <a:cs typeface="Microsoft Himalaya" panose="01010100010101010101" pitchFamily="2" charset="0"/>
              </a:rPr>
              <a:t>Baba blessed the devotees on the bank of </a:t>
            </a:r>
            <a:r>
              <a:rPr lang="en-GB" sz="2200" dirty="0" smtClean="0">
                <a:solidFill>
                  <a:schemeClr val="tx2">
                    <a:lumMod val="75000"/>
                  </a:schemeClr>
                </a:solidFill>
                <a:latin typeface="Microsoft Himalaya" panose="01010100010101010101" pitchFamily="2" charset="0"/>
                <a:ea typeface="Microsoft Himalaya" panose="01010100010101010101" pitchFamily="2" charset="0"/>
                <a:cs typeface="Microsoft Himalaya" panose="01010100010101010101" pitchFamily="2" charset="0"/>
              </a:rPr>
              <a:t>Sarayu. River </a:t>
            </a:r>
            <a:r>
              <a:rPr lang="en-GB" sz="2200" dirty="0">
                <a:solidFill>
                  <a:schemeClr val="tx2">
                    <a:lumMod val="75000"/>
                  </a:schemeClr>
                </a:solidFill>
                <a:latin typeface="Microsoft Himalaya" panose="01010100010101010101" pitchFamily="2" charset="0"/>
                <a:ea typeface="Microsoft Himalaya" panose="01010100010101010101" pitchFamily="2" charset="0"/>
                <a:cs typeface="Microsoft Himalaya" panose="01010100010101010101" pitchFamily="2" charset="0"/>
              </a:rPr>
              <a:t>and took them to the temple of hanuman</a:t>
            </a:r>
          </a:p>
          <a:p>
            <a:r>
              <a:rPr lang="en-GB" sz="2200" dirty="0">
                <a:solidFill>
                  <a:schemeClr val="tx2">
                    <a:lumMod val="75000"/>
                  </a:schemeClr>
                </a:solidFill>
                <a:latin typeface="Microsoft Himalaya" panose="01010100010101010101" pitchFamily="2" charset="0"/>
                <a:ea typeface="Microsoft Himalaya" panose="01010100010101010101" pitchFamily="2" charset="0"/>
                <a:cs typeface="Microsoft Himalaya" panose="01010100010101010101" pitchFamily="2" charset="0"/>
              </a:rPr>
              <a:t>Temple was given to Hanuman by </a:t>
            </a:r>
            <a:r>
              <a:rPr lang="en-GB" sz="2200" dirty="0" smtClean="0">
                <a:solidFill>
                  <a:schemeClr val="tx2">
                    <a:lumMod val="75000"/>
                  </a:schemeClr>
                </a:solidFill>
                <a:latin typeface="Microsoft Himalaya" panose="01010100010101010101" pitchFamily="2" charset="0"/>
                <a:ea typeface="Microsoft Himalaya" panose="01010100010101010101" pitchFamily="2" charset="0"/>
                <a:cs typeface="Microsoft Himalaya" panose="01010100010101010101" pitchFamily="2" charset="0"/>
              </a:rPr>
              <a:t>Lord rama himself. Baba </a:t>
            </a:r>
            <a:r>
              <a:rPr lang="en-GB" sz="2200" dirty="0">
                <a:solidFill>
                  <a:schemeClr val="tx2">
                    <a:lumMod val="75000"/>
                  </a:schemeClr>
                </a:solidFill>
                <a:latin typeface="Microsoft Himalaya" panose="01010100010101010101" pitchFamily="2" charset="0"/>
                <a:ea typeface="Microsoft Himalaya" panose="01010100010101010101" pitchFamily="2" charset="0"/>
                <a:cs typeface="Microsoft Himalaya" panose="01010100010101010101" pitchFamily="2" charset="0"/>
              </a:rPr>
              <a:t>distributed Prasad to the devotees </a:t>
            </a:r>
          </a:p>
          <a:p>
            <a:r>
              <a:rPr lang="en-GB" sz="2200" dirty="0">
                <a:solidFill>
                  <a:schemeClr val="tx2">
                    <a:lumMod val="75000"/>
                  </a:schemeClr>
                </a:solidFill>
                <a:latin typeface="Microsoft Himalaya" panose="01010100010101010101" pitchFamily="2" charset="0"/>
                <a:ea typeface="Microsoft Himalaya" panose="01010100010101010101" pitchFamily="2" charset="0"/>
                <a:cs typeface="Microsoft Himalaya" panose="01010100010101010101" pitchFamily="2" charset="0"/>
              </a:rPr>
              <a:t>Adding to the process he said of Sai Rama to that of </a:t>
            </a:r>
            <a:r>
              <a:rPr lang="en-GB" sz="2200" dirty="0" smtClean="0">
                <a:solidFill>
                  <a:schemeClr val="tx2">
                    <a:lumMod val="75000"/>
                  </a:schemeClr>
                </a:solidFill>
                <a:latin typeface="Microsoft Himalaya" panose="01010100010101010101" pitchFamily="2" charset="0"/>
                <a:ea typeface="Microsoft Himalaya" panose="01010100010101010101" pitchFamily="2" charset="0"/>
                <a:cs typeface="Microsoft Himalaya" panose="01010100010101010101" pitchFamily="2" charset="0"/>
              </a:rPr>
              <a:t>Sakethrama!. From Ayodhya Baba reached to Sarnath the same night by car on the 21</a:t>
            </a:r>
            <a:r>
              <a:rPr lang="en-GB" sz="2200" baseline="30000" dirty="0" smtClean="0">
                <a:solidFill>
                  <a:schemeClr val="tx2">
                    <a:lumMod val="75000"/>
                  </a:schemeClr>
                </a:solidFill>
                <a:latin typeface="Microsoft Himalaya" panose="01010100010101010101" pitchFamily="2" charset="0"/>
                <a:ea typeface="Microsoft Himalaya" panose="01010100010101010101" pitchFamily="2" charset="0"/>
                <a:cs typeface="Microsoft Himalaya" panose="01010100010101010101" pitchFamily="2" charset="0"/>
              </a:rPr>
              <a:t>st</a:t>
            </a:r>
            <a:r>
              <a:rPr lang="en-GB" sz="2200" dirty="0" smtClean="0">
                <a:solidFill>
                  <a:schemeClr val="tx2">
                    <a:lumMod val="75000"/>
                  </a:schemeClr>
                </a:solidFill>
                <a:latin typeface="Microsoft Himalaya" panose="01010100010101010101" pitchFamily="2" charset="0"/>
                <a:ea typeface="Microsoft Himalaya" panose="01010100010101010101" pitchFamily="2" charset="0"/>
                <a:cs typeface="Microsoft Himalaya" panose="01010100010101010101" pitchFamily="2" charset="0"/>
              </a:rPr>
              <a:t> April, Baba and his party visited the ancient temple of viswanatha at Benaras.</a:t>
            </a:r>
          </a:p>
          <a:p>
            <a:endParaRPr lang="en-IN" sz="2000" dirty="0">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4" name="Picture 3"/>
          <p:cNvPicPr>
            <a:picLocks noChangeAspect="1"/>
          </p:cNvPicPr>
          <p:nvPr/>
        </p:nvPicPr>
        <p:blipFill>
          <a:blip r:embed="rId4"/>
          <a:stretch>
            <a:fillRect/>
          </a:stretch>
        </p:blipFill>
        <p:spPr>
          <a:xfrm>
            <a:off x="101901" y="730615"/>
            <a:ext cx="2585082" cy="31094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456507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7" name="PlaceHolder 7"/>
          <p:cNvSpPr>
            <a:spLocks noGrp="1"/>
          </p:cNvSpPr>
          <p:nvPr>
            <p:ph type="title"/>
          </p:nvPr>
        </p:nvSpPr>
        <p:spPr>
          <a:xfrm>
            <a:off x="713160" y="475560"/>
            <a:ext cx="3611160" cy="529920"/>
          </a:xfrm>
          <a:prstGeom prst="rect">
            <a:avLst/>
          </a:prstGeom>
          <a:noFill/>
          <a:ln w="0">
            <a:noFill/>
          </a:ln>
        </p:spPr>
        <p:txBody>
          <a:bodyPr tIns="0" bIns="91440" anchor="t">
            <a:noAutofit/>
          </a:bodyPr>
          <a:lstStyle/>
          <a:p>
            <a:pPr>
              <a:lnSpc>
                <a:spcPct val="100000"/>
              </a:lnSpc>
              <a:buNone/>
              <a:tabLst>
                <a:tab pos="0" algn="l"/>
              </a:tabLst>
            </a:pPr>
            <a:r>
              <a:rPr lang="en" sz="2800" u="sng"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About Viswanatha of Benaras</a:t>
            </a:r>
            <a:endParaRPr lang="en-IN" sz="3400" b="0" u="sng" strike="noStrike" spc="-1" dirty="0">
              <a:solidFill>
                <a:srgbClr val="000000"/>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1878" name="Google Shape;835;p67"/>
          <p:cNvPicPr/>
          <p:nvPr/>
        </p:nvPicPr>
        <p:blipFill>
          <a:blip r:embed="rId2"/>
          <a:stretch/>
        </p:blipFill>
        <p:spPr>
          <a:xfrm>
            <a:off x="608078" y="1169118"/>
            <a:ext cx="3571560" cy="3555000"/>
          </a:xfrm>
          <a:prstGeom prst="rect">
            <a:avLst/>
          </a:prstGeom>
          <a:ln w="0">
            <a:noFill/>
          </a:ln>
        </p:spPr>
      </p:pic>
      <p:sp>
        <p:nvSpPr>
          <p:cNvPr id="41" name="PlaceHolder 7"/>
          <p:cNvSpPr txBox="1">
            <a:spLocks/>
          </p:cNvSpPr>
          <p:nvPr/>
        </p:nvSpPr>
        <p:spPr>
          <a:xfrm>
            <a:off x="3978411" y="431406"/>
            <a:ext cx="3611160" cy="529920"/>
          </a:xfrm>
          <a:prstGeom prst="rect">
            <a:avLst/>
          </a:prstGeom>
          <a:noFill/>
          <a:ln w="0">
            <a:noFill/>
          </a:ln>
        </p:spPr>
        <p:txBody>
          <a:bodyPr tIns="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endParaRPr lang="en-IN" sz="3400" spc="-1" dirty="0">
              <a:solidFill>
                <a:srgbClr val="000000"/>
              </a:solidFill>
              <a:latin typeface="Arial"/>
            </a:endParaRPr>
          </a:p>
        </p:txBody>
      </p:sp>
      <p:sp>
        <p:nvSpPr>
          <p:cNvPr id="2" name="Rectangle 1"/>
          <p:cNvSpPr/>
          <p:nvPr/>
        </p:nvSpPr>
        <p:spPr>
          <a:xfrm>
            <a:off x="3651670" y="1287468"/>
            <a:ext cx="5258866" cy="7017306"/>
          </a:xfrm>
          <a:prstGeom prst="rect">
            <a:avLst/>
          </a:prstGeom>
        </p:spPr>
        <p:txBody>
          <a:bodyPr wrap="square">
            <a:spAutoFit/>
          </a:bodyPr>
          <a:lstStyle/>
          <a:p>
            <a:pPr>
              <a:lnSpc>
                <a:spcPct val="100000"/>
              </a:lnSpc>
              <a:tabLst>
                <a:tab pos="0" algn="l"/>
              </a:tabLst>
            </a:pPr>
            <a:r>
              <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The temple  immortalised in history and the legend , in the song and poerty , by epic puranas, by bards and saint, The great  shrine of the shrine of the lord of the universe. The lingam in this temple has been bathed reverentially of millions of pilgrims for thousand of years with the scared waters of the ganges; Benares itself is considered as holy land, Every inch of it; and death there id supposed to lead to the end of all misery of birth and death.</a:t>
            </a:r>
          </a:p>
          <a:p>
            <a:pPr>
              <a:lnSpc>
                <a:spcPct val="100000"/>
              </a:lnSpc>
              <a:tabLst>
                <a:tab pos="0" algn="l"/>
              </a:tabLst>
            </a:pPr>
            <a:endParaRPr lang="en"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r>
              <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Baba watched the ceremonical pouring of ganges water on the lingam, and recfitation of traditional mantras.Then, as though impelled by sudden decision, He moved forward and materialising the kailasa vibhuti in hid plam,He applied it in three broad lines to about three quarters of the arounded image, Making it shine with peculiar splendour. </a:t>
            </a:r>
          </a:p>
          <a:p>
            <a:pPr>
              <a:lnSpc>
                <a:spcPct val="100000"/>
              </a:lnSpc>
              <a:tabLst>
                <a:tab pos="0" algn="l"/>
              </a:tabLst>
            </a:pPr>
            <a:endParaRPr lang="en"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p:txBody>
      </p:sp>
      <p:pic>
        <p:nvPicPr>
          <p:cNvPr id="3" name="Picture 2"/>
          <p:cNvPicPr>
            <a:picLocks noChangeAspect="1"/>
          </p:cNvPicPr>
          <p:nvPr/>
        </p:nvPicPr>
        <p:blipFill>
          <a:blip r:embed="rId3"/>
          <a:stretch>
            <a:fillRect/>
          </a:stretch>
        </p:blipFill>
        <p:spPr>
          <a:xfrm>
            <a:off x="1020490" y="1213272"/>
            <a:ext cx="1868625" cy="3664209"/>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7" name="PlaceHolder 7"/>
          <p:cNvSpPr>
            <a:spLocks noGrp="1"/>
          </p:cNvSpPr>
          <p:nvPr>
            <p:ph type="title" idx="4294967295"/>
          </p:nvPr>
        </p:nvSpPr>
        <p:spPr>
          <a:xfrm>
            <a:off x="2532232" y="137836"/>
            <a:ext cx="4335495" cy="529920"/>
          </a:xfrm>
          <a:prstGeom prst="rect">
            <a:avLst/>
          </a:prstGeom>
          <a:noFill/>
          <a:ln w="0">
            <a:noFill/>
          </a:ln>
        </p:spPr>
        <p:txBody>
          <a:bodyPr tIns="0" bIns="91440" anchor="t">
            <a:noAutofit/>
          </a:bodyPr>
          <a:lstStyle/>
          <a:p>
            <a:pPr>
              <a:lnSpc>
                <a:spcPct val="100000"/>
              </a:lnSpc>
              <a:buNone/>
              <a:tabLst>
                <a:tab pos="0" algn="l"/>
              </a:tabLst>
            </a:pP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Swami Journey on 3</a:t>
            </a:r>
            <a:r>
              <a:rPr lang="en" sz="2800" spc="-1" baseline="30000"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rd</a:t>
            </a: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April to 7</a:t>
            </a:r>
            <a:r>
              <a:rPr lang="en" sz="2800" spc="-1" baseline="30000"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a:t>
            </a: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June  </a:t>
            </a:r>
            <a:endParaRPr lang="en-IN" sz="3400" b="0" strike="noStrike" spc="-1" dirty="0">
              <a:solidFill>
                <a:srgbClr val="000000"/>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1878" name="Google Shape;835;p67"/>
          <p:cNvPicPr/>
          <p:nvPr/>
        </p:nvPicPr>
        <p:blipFill>
          <a:blip r:embed="rId2"/>
          <a:stretch/>
        </p:blipFill>
        <p:spPr>
          <a:xfrm>
            <a:off x="-249225" y="1588500"/>
            <a:ext cx="3571560" cy="3555000"/>
          </a:xfrm>
          <a:prstGeom prst="rect">
            <a:avLst/>
          </a:prstGeom>
          <a:ln w="0">
            <a:noFill/>
          </a:ln>
        </p:spPr>
      </p:pic>
      <p:sp>
        <p:nvSpPr>
          <p:cNvPr id="2" name="Rectangle 1"/>
          <p:cNvSpPr/>
          <p:nvPr/>
        </p:nvSpPr>
        <p:spPr>
          <a:xfrm>
            <a:off x="3651670" y="1287468"/>
            <a:ext cx="5258866" cy="3693319"/>
          </a:xfrm>
          <a:prstGeom prst="rect">
            <a:avLst/>
          </a:prstGeom>
        </p:spPr>
        <p:txBody>
          <a:bodyPr wrap="square">
            <a:spAutoFit/>
          </a:bodyPr>
          <a:lstStyle/>
          <a:p>
            <a:pPr>
              <a:lnSpc>
                <a:spcPct val="100000"/>
              </a:lnSpc>
              <a:tabLst>
                <a:tab pos="0" algn="l"/>
              </a:tabLst>
            </a:pPr>
            <a:endParaRPr lang="en"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p:txBody>
      </p:sp>
      <p:pic>
        <p:nvPicPr>
          <p:cNvPr id="4" name="Picture 3"/>
          <p:cNvPicPr>
            <a:picLocks noChangeAspect="1"/>
          </p:cNvPicPr>
          <p:nvPr/>
        </p:nvPicPr>
        <p:blipFill>
          <a:blip r:embed="rId3"/>
          <a:stretch>
            <a:fillRect/>
          </a:stretch>
        </p:blipFill>
        <p:spPr>
          <a:xfrm>
            <a:off x="82412" y="1287468"/>
            <a:ext cx="3237621" cy="2460593"/>
          </a:xfrm>
          <a:prstGeom prst="rect">
            <a:avLst/>
          </a:prstGeom>
          <a:ln>
            <a:noFill/>
          </a:ln>
          <a:effectLst>
            <a:outerShdw blurRad="292100" dist="139700" dir="2700000" algn="tl" rotWithShape="0">
              <a:srgbClr val="333333">
                <a:alpha val="65000"/>
              </a:srgbClr>
            </a:outerShdw>
          </a:effectLst>
        </p:spPr>
      </p:pic>
      <p:sp>
        <p:nvSpPr>
          <p:cNvPr id="9" name="Rectangle 8"/>
          <p:cNvSpPr/>
          <p:nvPr/>
        </p:nvSpPr>
        <p:spPr>
          <a:xfrm>
            <a:off x="3320033" y="1287468"/>
            <a:ext cx="5929063" cy="6155531"/>
          </a:xfrm>
          <a:prstGeom prst="rect">
            <a:avLst/>
          </a:prstGeom>
        </p:spPr>
        <p:txBody>
          <a:bodyPr wrap="square">
            <a:spAutoFit/>
          </a:bodyPr>
          <a:lstStyle/>
          <a:p>
            <a:pPr>
              <a:lnSpc>
                <a:spcPct val="100000"/>
              </a:lnSpc>
              <a:tabLst>
                <a:tab pos="0" algn="l"/>
              </a:tabLst>
            </a:pP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On              baba was in allahabad,Blessing the holy Triveni Sangam by his presence and showering with his own hands th scared water of the confluence on thwe pilgrims. He also visisted the saraswathi koopa, The hanuman temple and the orginal Akshya vata, mentioned even by Hiuen Yamuna. Baba returned to puttaparthi on </a:t>
            </a:r>
            <a:r>
              <a:rPr lang="en" sz="2000"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t>
            </a: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t>
            </a:r>
            <a:r>
              <a:rPr lang="en-I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After only a week’s baba stay at puttaparthi</a:t>
            </a: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Baba left for the Niligiris. </a:t>
            </a:r>
            <a:r>
              <a:rPr lang="en-I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B</a:t>
            </a: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aba said in public meeting at Ootacamund“Here the people are full of bhakti and the bhakti has endowed them with vinayam and sraddha” </a:t>
            </a:r>
          </a:p>
          <a:p>
            <a:pPr>
              <a:lnSpc>
                <a:spcPct val="100000"/>
              </a:lnSpc>
              <a:tabLst>
                <a:tab pos="0" algn="l"/>
              </a:tabLst>
            </a:pPr>
            <a:endPar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r>
              <a:rPr lang="en" spc="-1" dirty="0" smtClean="0">
                <a:solidFill>
                  <a:srgbClr val="E9C78C"/>
                </a:solidFill>
                <a:latin typeface="Josefin Sans"/>
              </a:rPr>
              <a:t> </a:t>
            </a: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p:txBody>
      </p:sp>
      <p:sp>
        <p:nvSpPr>
          <p:cNvPr id="5" name="TextBox 4"/>
          <p:cNvSpPr txBox="1"/>
          <p:nvPr/>
        </p:nvSpPr>
        <p:spPr>
          <a:xfrm>
            <a:off x="4386925" y="2517764"/>
            <a:ext cx="1488331" cy="369332"/>
          </a:xfrm>
          <a:prstGeom prst="rect">
            <a:avLst/>
          </a:prstGeom>
          <a:noFill/>
        </p:spPr>
        <p:txBody>
          <a:bodyPr wrap="square" rtlCol="0">
            <a:spAutoFit/>
          </a:bodyPr>
          <a:lstStyle/>
          <a:p>
            <a:r>
              <a:rPr lang="en"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8</a:t>
            </a:r>
            <a:r>
              <a:rPr lang="en" spc="-1" baseline="30000"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a:t>
            </a:r>
            <a:r>
              <a:rPr lang="en"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April</a:t>
            </a:r>
            <a:r>
              <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a:t>
            </a:r>
            <a:endParaRPr lang="en"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3" name="Rectangle 2"/>
          <p:cNvSpPr/>
          <p:nvPr/>
        </p:nvSpPr>
        <p:spPr>
          <a:xfrm>
            <a:off x="3559585" y="1287468"/>
            <a:ext cx="740780" cy="369332"/>
          </a:xfrm>
          <a:prstGeom prst="rect">
            <a:avLst/>
          </a:prstGeom>
        </p:spPr>
        <p:txBody>
          <a:bodyPr wrap="none">
            <a:spAutoFit/>
          </a:bodyPr>
          <a:lstStyle/>
          <a:p>
            <a:r>
              <a:rPr lang="en"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3</a:t>
            </a:r>
            <a:r>
              <a:rPr lang="en" spc="-1" baseline="30000"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rd</a:t>
            </a:r>
            <a:r>
              <a:rPr lang="en"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April </a:t>
            </a:r>
            <a:endParaRPr lang="en-IN" dirty="0"/>
          </a:p>
        </p:txBody>
      </p:sp>
    </p:spTree>
    <p:extLst>
      <p:ext uri="{BB962C8B-B14F-4D97-AF65-F5344CB8AC3E}">
        <p14:creationId xmlns:p14="http://schemas.microsoft.com/office/powerpoint/2010/main" val="1039431080"/>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1877"/>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grpId="0" nodeType="clickEffect">
                                  <p:stCondLst>
                                    <p:cond delay="0"/>
                                  </p:stCondLst>
                                  <p:childTnLst>
                                    <p:animEffect transition="out" filter="fade">
                                      <p:cBhvr>
                                        <p:cTn id="10" dur="500" tmFilter="0, 0; .2, .5; .8, .5; 1, 0"/>
                                        <p:tgtEl>
                                          <p:spTgt spid="3"/>
                                        </p:tgtEl>
                                      </p:cBhvr>
                                    </p:animEffect>
                                    <p:animScale>
                                      <p:cBhvr>
                                        <p:cTn id="11" dur="250" autoRev="1" fill="hold"/>
                                        <p:tgtEl>
                                          <p:spTgt spid="3"/>
                                        </p:tgtEl>
                                      </p:cBhvr>
                                      <p:by x="105000" y="105000"/>
                                    </p:animScale>
                                  </p:childTnLst>
                                </p:cTn>
                              </p:par>
                            </p:childTnLst>
                          </p:cTn>
                        </p:par>
                      </p:childTnLst>
                    </p:cTn>
                  </p:par>
                  <p:par>
                    <p:cTn id="12" fill="hold">
                      <p:stCondLst>
                        <p:cond delay="indefinite"/>
                      </p:stCondLst>
                      <p:childTnLst>
                        <p:par>
                          <p:cTn id="13" fill="hold">
                            <p:stCondLst>
                              <p:cond delay="0"/>
                            </p:stCondLst>
                            <p:childTnLst>
                              <p:par>
                                <p:cTn id="14" presetID="26" presetClass="emph" presetSubtype="0" fill="hold" grpId="0" nodeType="clickEffect">
                                  <p:stCondLst>
                                    <p:cond delay="0"/>
                                  </p:stCondLst>
                                  <p:childTnLst>
                                    <p:animEffect transition="out" filter="fade">
                                      <p:cBhvr>
                                        <p:cTn id="15" dur="500" tmFilter="0, 0; .2, .5; .8, .5; 1, 0"/>
                                        <p:tgtEl>
                                          <p:spTgt spid="5"/>
                                        </p:tgtEl>
                                      </p:cBhvr>
                                    </p:animEffect>
                                    <p:animScale>
                                      <p:cBhvr>
                                        <p:cTn id="16"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7" grpId="0"/>
      <p:bldP spid="5"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7" name="PlaceHolder 7"/>
          <p:cNvSpPr>
            <a:spLocks noGrp="1"/>
          </p:cNvSpPr>
          <p:nvPr>
            <p:ph type="title" idx="4294967295"/>
          </p:nvPr>
        </p:nvSpPr>
        <p:spPr>
          <a:xfrm>
            <a:off x="2532232" y="137836"/>
            <a:ext cx="4335495" cy="529920"/>
          </a:xfrm>
          <a:prstGeom prst="rect">
            <a:avLst/>
          </a:prstGeom>
          <a:noFill/>
          <a:ln w="0">
            <a:noFill/>
          </a:ln>
        </p:spPr>
        <p:txBody>
          <a:bodyPr tIns="0" bIns="91440" anchor="t">
            <a:noAutofit/>
          </a:bodyPr>
          <a:lstStyle/>
          <a:p>
            <a:pPr>
              <a:lnSpc>
                <a:spcPct val="100000"/>
              </a:lnSpc>
              <a:buNone/>
              <a:tabLst>
                <a:tab pos="0" algn="l"/>
              </a:tabLst>
            </a:pP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Swami Journey on 7</a:t>
            </a:r>
            <a:r>
              <a:rPr lang="en" sz="2800" spc="-1" baseline="30000"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a:t>
            </a:r>
            <a:r>
              <a:rPr lang="en" sz="2800" spc="-1" baseline="30000"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h</a:t>
            </a: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June to 11</a:t>
            </a:r>
            <a:r>
              <a:rPr lang="en" sz="2800" spc="-1" baseline="30000"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a:t>
            </a: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July  </a:t>
            </a:r>
            <a:endParaRPr lang="en-IN" sz="3400" b="0" strike="noStrike" spc="-1" dirty="0">
              <a:solidFill>
                <a:srgbClr val="000000"/>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1878" name="Google Shape;835;p67"/>
          <p:cNvPicPr/>
          <p:nvPr/>
        </p:nvPicPr>
        <p:blipFill>
          <a:blip r:embed="rId2"/>
          <a:stretch/>
        </p:blipFill>
        <p:spPr>
          <a:xfrm>
            <a:off x="-305524" y="1502542"/>
            <a:ext cx="3571560" cy="3555000"/>
          </a:xfrm>
          <a:prstGeom prst="rect">
            <a:avLst/>
          </a:prstGeom>
          <a:ln w="0">
            <a:noFill/>
          </a:ln>
        </p:spPr>
      </p:pic>
      <p:sp>
        <p:nvSpPr>
          <p:cNvPr id="2" name="Rectangle 1"/>
          <p:cNvSpPr/>
          <p:nvPr/>
        </p:nvSpPr>
        <p:spPr>
          <a:xfrm>
            <a:off x="3651670" y="1287468"/>
            <a:ext cx="5258866" cy="3693319"/>
          </a:xfrm>
          <a:prstGeom prst="rect">
            <a:avLst/>
          </a:prstGeom>
        </p:spPr>
        <p:txBody>
          <a:bodyPr wrap="square">
            <a:spAutoFit/>
          </a:bodyPr>
          <a:lstStyle/>
          <a:p>
            <a:pPr>
              <a:lnSpc>
                <a:spcPct val="100000"/>
              </a:lnSpc>
              <a:tabLst>
                <a:tab pos="0" algn="l"/>
              </a:tabLst>
            </a:pPr>
            <a:endParaRPr lang="en"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p:txBody>
      </p:sp>
      <p:sp>
        <p:nvSpPr>
          <p:cNvPr id="9" name="Rectangle 8"/>
          <p:cNvSpPr/>
          <p:nvPr/>
        </p:nvSpPr>
        <p:spPr>
          <a:xfrm>
            <a:off x="3405455" y="745577"/>
            <a:ext cx="5757878" cy="8309967"/>
          </a:xfrm>
          <a:prstGeom prst="rect">
            <a:avLst/>
          </a:prstGeom>
        </p:spPr>
        <p:txBody>
          <a:bodyPr wrap="square">
            <a:spAutoFit/>
          </a:bodyPr>
          <a:lstStyle/>
          <a:p>
            <a:pPr>
              <a:lnSpc>
                <a:spcPct val="100000"/>
              </a:lnSpc>
              <a:tabLst>
                <a:tab pos="0" algn="l"/>
              </a:tabLst>
            </a:pPr>
            <a:endPar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r>
              <a:rPr lang="en" sz="2000"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t>
            </a: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and sent them to train to Delhi, Where He promised to bless them personally, Since He proposed to fly to captial, The very next day.</a:t>
            </a:r>
          </a:p>
          <a:p>
            <a:pPr>
              <a:lnSpc>
                <a:spcPct val="100000"/>
              </a:lnSpc>
              <a:tabLst>
                <a:tab pos="0" algn="l"/>
              </a:tabLst>
            </a:pP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The train reached Delhi about six hours late and when the hungry, tired and distracted devotees arrvied at last, They found baba shedding cool comfort and consolation and strenght by his smile and his montherly attention.</a:t>
            </a:r>
          </a:p>
          <a:p>
            <a:pPr>
              <a:lnSpc>
                <a:spcPct val="100000"/>
              </a:lnSpc>
              <a:tabLst>
                <a:tab pos="0" algn="l"/>
              </a:tabLst>
            </a:pP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The next day, at Hardwar ,The governor of Uttar pradesh, Dr. B.Ramakrishna Rao, joined baba, for he too had planned a visit to Badrinath.</a:t>
            </a:r>
          </a:p>
          <a:p>
            <a:pPr>
              <a:lnSpc>
                <a:spcPct val="100000"/>
              </a:lnSpc>
              <a:tabLst>
                <a:tab pos="0" algn="l"/>
              </a:tabLst>
            </a:pPr>
            <a:endPar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On 11</a:t>
            </a:r>
            <a:r>
              <a:rPr lang="en" sz="2000" spc="-1" baseline="30000"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a:t>
            </a: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june,Baba and his Excellency attended the evening arathi to gangamata at the Brahmakund; The vast assemblage of pilgrims got the darsan of baba at thar holy spot He materialised and he sprinkled the sacred waters of the ganges on those around Him.</a:t>
            </a:r>
          </a:p>
          <a:p>
            <a:pPr>
              <a:lnSpc>
                <a:spcPct val="100000"/>
              </a:lnSpc>
              <a:tabLst>
                <a:tab pos="0" algn="l"/>
              </a:tabLst>
            </a:pPr>
            <a:endPar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t>
            </a:r>
          </a:p>
          <a:p>
            <a:pPr>
              <a:lnSpc>
                <a:spcPct val="100000"/>
              </a:lnSpc>
              <a:tabLst>
                <a:tab pos="0" algn="l"/>
              </a:tabLst>
            </a:pPr>
            <a:endParaRPr lang="en"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r>
              <a:rPr lang="en" spc="-1" dirty="0" smtClean="0">
                <a:solidFill>
                  <a:srgbClr val="E9C78C"/>
                </a:solidFill>
                <a:latin typeface="Josefin Sans"/>
              </a:rPr>
              <a:t> </a:t>
            </a: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p:txBody>
      </p:sp>
      <p:sp>
        <p:nvSpPr>
          <p:cNvPr id="6" name="TextBox 5"/>
          <p:cNvSpPr txBox="1"/>
          <p:nvPr/>
        </p:nvSpPr>
        <p:spPr>
          <a:xfrm>
            <a:off x="3347834" y="1009592"/>
            <a:ext cx="1352145" cy="400110"/>
          </a:xfrm>
          <a:prstGeom prst="rect">
            <a:avLst/>
          </a:prstGeom>
          <a:noFill/>
        </p:spPr>
        <p:txBody>
          <a:bodyPr wrap="square" rtlCol="0">
            <a:spAutoFit/>
          </a:bodyPr>
          <a:lstStyle/>
          <a:p>
            <a:r>
              <a:rPr lang="en" sz="2000"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7</a:t>
            </a:r>
            <a:r>
              <a:rPr lang="en" sz="2000" spc="-1" baseline="30000"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a:t>
            </a:r>
            <a:r>
              <a:rPr lang="en" sz="2000"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t>
            </a: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day of June</a:t>
            </a:r>
            <a:endParaRPr lang="en-IN" sz="2000" dirty="0"/>
          </a:p>
        </p:txBody>
      </p:sp>
      <p:pic>
        <p:nvPicPr>
          <p:cNvPr id="3" name="Picture 2"/>
          <p:cNvPicPr>
            <a:picLocks noChangeAspect="1"/>
          </p:cNvPicPr>
          <p:nvPr/>
        </p:nvPicPr>
        <p:blipFill>
          <a:blip r:embed="rId3"/>
          <a:stretch>
            <a:fillRect/>
          </a:stretch>
        </p:blipFill>
        <p:spPr>
          <a:xfrm>
            <a:off x="157934" y="1502542"/>
            <a:ext cx="3165723" cy="2088030"/>
          </a:xfrm>
          <a:prstGeom prst="rect">
            <a:avLst/>
          </a:prstGeom>
        </p:spPr>
      </p:pic>
    </p:spTree>
    <p:extLst>
      <p:ext uri="{BB962C8B-B14F-4D97-AF65-F5344CB8AC3E}">
        <p14:creationId xmlns:p14="http://schemas.microsoft.com/office/powerpoint/2010/main" val="268604319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1877"/>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grpId="0" nodeType="clickEffect">
                                  <p:stCondLst>
                                    <p:cond delay="0"/>
                                  </p:stCondLst>
                                  <p:childTnLst>
                                    <p:animEffect transition="out" filter="fade">
                                      <p:cBhvr>
                                        <p:cTn id="10" dur="500" tmFilter="0, 0; .2, .5; .8, .5; 1, 0"/>
                                        <p:tgtEl>
                                          <p:spTgt spid="6"/>
                                        </p:tgtEl>
                                      </p:cBhvr>
                                    </p:animEffect>
                                    <p:animScale>
                                      <p:cBhvr>
                                        <p:cTn id="11"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7"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7" name="PlaceHolder 7"/>
          <p:cNvSpPr>
            <a:spLocks noGrp="1"/>
          </p:cNvSpPr>
          <p:nvPr>
            <p:ph type="title" idx="4294967295"/>
          </p:nvPr>
        </p:nvSpPr>
        <p:spPr>
          <a:xfrm>
            <a:off x="2532232" y="137836"/>
            <a:ext cx="4335495" cy="529920"/>
          </a:xfrm>
          <a:prstGeom prst="rect">
            <a:avLst/>
          </a:prstGeom>
          <a:noFill/>
          <a:ln w="0">
            <a:noFill/>
          </a:ln>
        </p:spPr>
        <p:txBody>
          <a:bodyPr tIns="0" bIns="91440" anchor="t">
            <a:noAutofit/>
          </a:bodyPr>
          <a:lstStyle/>
          <a:p>
            <a:pPr>
              <a:lnSpc>
                <a:spcPct val="100000"/>
              </a:lnSpc>
              <a:buNone/>
              <a:tabLst>
                <a:tab pos="0" algn="l"/>
              </a:tabLst>
            </a:pP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Swami Journey on 11</a:t>
            </a:r>
            <a:r>
              <a:rPr lang="en" sz="2800" spc="-1" baseline="30000"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a:t>
            </a: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t>
            </a: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June to 13</a:t>
            </a:r>
            <a:r>
              <a:rPr lang="en" sz="2800" spc="-1" baseline="30000"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a:t>
            </a: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june </a:t>
            </a:r>
            <a:endParaRPr lang="en-IN" sz="3400" b="0" strike="noStrike" spc="-1" dirty="0">
              <a:solidFill>
                <a:srgbClr val="000000"/>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1878" name="Google Shape;835;p67"/>
          <p:cNvPicPr/>
          <p:nvPr/>
        </p:nvPicPr>
        <p:blipFill>
          <a:blip r:embed="rId2"/>
          <a:stretch/>
        </p:blipFill>
        <p:spPr>
          <a:xfrm>
            <a:off x="-305524" y="1502542"/>
            <a:ext cx="3571560" cy="3555000"/>
          </a:xfrm>
          <a:prstGeom prst="rect">
            <a:avLst/>
          </a:prstGeom>
          <a:ln w="0">
            <a:noFill/>
          </a:ln>
        </p:spPr>
      </p:pic>
      <p:sp>
        <p:nvSpPr>
          <p:cNvPr id="2" name="Rectangle 1"/>
          <p:cNvSpPr/>
          <p:nvPr/>
        </p:nvSpPr>
        <p:spPr>
          <a:xfrm>
            <a:off x="3651670" y="1287468"/>
            <a:ext cx="5258866" cy="3693319"/>
          </a:xfrm>
          <a:prstGeom prst="rect">
            <a:avLst/>
          </a:prstGeom>
        </p:spPr>
        <p:txBody>
          <a:bodyPr wrap="square">
            <a:spAutoFit/>
          </a:bodyPr>
          <a:lstStyle/>
          <a:p>
            <a:pPr>
              <a:lnSpc>
                <a:spcPct val="100000"/>
              </a:lnSpc>
              <a:tabLst>
                <a:tab pos="0" algn="l"/>
              </a:tabLst>
            </a:pPr>
            <a:endParaRPr lang="en"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p:txBody>
      </p:sp>
      <p:sp>
        <p:nvSpPr>
          <p:cNvPr id="9" name="Rectangle 8"/>
          <p:cNvSpPr/>
          <p:nvPr/>
        </p:nvSpPr>
        <p:spPr>
          <a:xfrm>
            <a:off x="3405455" y="745577"/>
            <a:ext cx="5757878" cy="4308872"/>
          </a:xfrm>
          <a:prstGeom prst="rect">
            <a:avLst/>
          </a:prstGeom>
        </p:spPr>
        <p:txBody>
          <a:bodyPr wrap="square">
            <a:spAutoFit/>
          </a:bodyPr>
          <a:lstStyle/>
          <a:p>
            <a:pPr>
              <a:lnSpc>
                <a:spcPct val="100000"/>
              </a:lnSpc>
              <a:tabLst>
                <a:tab pos="0" algn="l"/>
              </a:tabLst>
            </a:pPr>
            <a:endPar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t>
            </a:r>
          </a:p>
          <a:p>
            <a:pPr>
              <a:lnSpc>
                <a:spcPct val="100000"/>
              </a:lnSpc>
              <a:tabLst>
                <a:tab pos="0" algn="l"/>
              </a:tabLst>
            </a:pPr>
            <a:endParaRPr lang="en"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r>
              <a:rPr lang="en" spc="-1" dirty="0" smtClean="0">
                <a:solidFill>
                  <a:srgbClr val="E9C78C"/>
                </a:solidFill>
                <a:latin typeface="Josefin Sans"/>
              </a:rPr>
              <a:t> </a:t>
            </a: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p:txBody>
      </p:sp>
      <p:pic>
        <p:nvPicPr>
          <p:cNvPr id="4" name="Picture 3"/>
          <p:cNvPicPr>
            <a:picLocks noChangeAspect="1"/>
          </p:cNvPicPr>
          <p:nvPr/>
        </p:nvPicPr>
        <p:blipFill>
          <a:blip r:embed="rId3"/>
          <a:stretch>
            <a:fillRect/>
          </a:stretch>
        </p:blipFill>
        <p:spPr>
          <a:xfrm>
            <a:off x="199143" y="745577"/>
            <a:ext cx="2562225" cy="3962400"/>
          </a:xfrm>
          <a:prstGeom prst="rect">
            <a:avLst/>
          </a:prstGeom>
          <a:ln>
            <a:noFill/>
          </a:ln>
          <a:effectLst>
            <a:softEdge rad="112500"/>
          </a:effectLst>
        </p:spPr>
      </p:pic>
      <p:sp>
        <p:nvSpPr>
          <p:cNvPr id="5" name="Rectangle 4"/>
          <p:cNvSpPr/>
          <p:nvPr/>
        </p:nvSpPr>
        <p:spPr>
          <a:xfrm>
            <a:off x="3512251" y="1209647"/>
            <a:ext cx="4572000" cy="3970318"/>
          </a:xfrm>
          <a:prstGeom prst="rect">
            <a:avLst/>
          </a:prstGeom>
        </p:spPr>
        <p:txBody>
          <a:bodyPr>
            <a:spAutoFit/>
          </a:bodyPr>
          <a:lstStyle/>
          <a:p>
            <a:pPr>
              <a:lnSpc>
                <a:spcPct val="100000"/>
              </a:lnSpc>
              <a:tabLst>
                <a:tab pos="0" algn="l"/>
              </a:tabLst>
            </a:pPr>
            <a:r>
              <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The line of cars, jeeps and buses coiled round the meandering road and reached Devaprayag, The confluence of the Bhagrinathi and the Alakanada at about to noon. One of the purpose of the tour that baba had planned was to instill in the minds of his devotees and through them all, Faith in directed everyone to have a dip in the sacred </a:t>
            </a:r>
            <a:r>
              <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water, before procceding to srinagar, the ancient capita; of the Garhwal Rajas. The srinagar who knew of the arrival of baba in their midst gathered in thousand wellcome Him at night </a:t>
            </a:r>
          </a:p>
          <a:p>
            <a:pPr>
              <a:lnSpc>
                <a:spcPct val="100000"/>
              </a:lnSpc>
              <a:tabLst>
                <a:tab pos="0" algn="l"/>
              </a:tabLst>
            </a:pPr>
            <a:r>
              <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On 13</a:t>
            </a:r>
            <a:r>
              <a:rPr lang="en" spc="-1" baseline="30000"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a:t>
            </a:r>
            <a:r>
              <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the Vehicals moved towards joshimath,where the motor road  end and from where the party had walk 18 milles  to badrinath.That day too Baba stopped at Nandaaprayag, the famed Kunvasram, and dicrected the devotees to bathe at the confluence of the Alakananda with Nanakini. </a:t>
            </a:r>
            <a:endPar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spTree>
    <p:extLst>
      <p:ext uri="{BB962C8B-B14F-4D97-AF65-F5344CB8AC3E}">
        <p14:creationId xmlns:p14="http://schemas.microsoft.com/office/powerpoint/2010/main" val="1719655414"/>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1877"/>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7" name="PlaceHolder 7"/>
          <p:cNvSpPr>
            <a:spLocks noGrp="1"/>
          </p:cNvSpPr>
          <p:nvPr>
            <p:ph type="title" idx="4294967295"/>
          </p:nvPr>
        </p:nvSpPr>
        <p:spPr>
          <a:xfrm>
            <a:off x="2532232" y="137836"/>
            <a:ext cx="4335495" cy="529920"/>
          </a:xfrm>
          <a:prstGeom prst="rect">
            <a:avLst/>
          </a:prstGeom>
          <a:noFill/>
          <a:ln w="0">
            <a:noFill/>
          </a:ln>
        </p:spPr>
        <p:txBody>
          <a:bodyPr tIns="0" bIns="91440" anchor="t">
            <a:noAutofit/>
          </a:bodyPr>
          <a:lstStyle/>
          <a:p>
            <a:pPr>
              <a:lnSpc>
                <a:spcPct val="100000"/>
              </a:lnSpc>
              <a:buNone/>
              <a:tabLst>
                <a:tab pos="0" algn="l"/>
              </a:tabLst>
            </a:pP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Swami Journey on </a:t>
            </a: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14</a:t>
            </a:r>
            <a:r>
              <a:rPr lang="en" sz="2800" spc="-1" baseline="30000"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a:t>
            </a: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June to 17</a:t>
            </a:r>
            <a:r>
              <a:rPr lang="en" sz="2800" spc="-1" baseline="30000"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a:t>
            </a:r>
            <a:r>
              <a:rPr lang="en" sz="28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june </a:t>
            </a:r>
            <a:endParaRPr lang="en-IN" sz="3400" b="0" strike="noStrike" spc="-1" dirty="0">
              <a:solidFill>
                <a:srgbClr val="000000"/>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1878" name="Google Shape;835;p67"/>
          <p:cNvPicPr/>
          <p:nvPr/>
        </p:nvPicPr>
        <p:blipFill>
          <a:blip r:embed="rId2"/>
          <a:stretch/>
        </p:blipFill>
        <p:spPr>
          <a:xfrm>
            <a:off x="-305524" y="1502542"/>
            <a:ext cx="3571560" cy="3555000"/>
          </a:xfrm>
          <a:prstGeom prst="rect">
            <a:avLst/>
          </a:prstGeom>
          <a:ln w="0">
            <a:noFill/>
          </a:ln>
        </p:spPr>
      </p:pic>
      <p:sp>
        <p:nvSpPr>
          <p:cNvPr id="2" name="Rectangle 1"/>
          <p:cNvSpPr/>
          <p:nvPr/>
        </p:nvSpPr>
        <p:spPr>
          <a:xfrm>
            <a:off x="3513446" y="1314412"/>
            <a:ext cx="5279679" cy="3693319"/>
          </a:xfrm>
          <a:prstGeom prst="rect">
            <a:avLst/>
          </a:prstGeom>
        </p:spPr>
        <p:txBody>
          <a:bodyPr wrap="square">
            <a:spAutoFit/>
          </a:bodyPr>
          <a:lstStyle/>
          <a:p>
            <a:pPr>
              <a:lnSpc>
                <a:spcPct val="100000"/>
              </a:lnSpc>
              <a:tabLst>
                <a:tab pos="0" algn="l"/>
              </a:tabLst>
            </a:pPr>
            <a:endParaRPr lang="en"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a:p>
            <a:pPr>
              <a:lnSpc>
                <a:spcPct val="100000"/>
              </a:lnSpc>
              <a:tabLst>
                <a:tab pos="0" algn="l"/>
              </a:tabLst>
            </a:pPr>
            <a:endParaRPr lang="en" spc="-1" dirty="0" smtClean="0">
              <a:solidFill>
                <a:srgbClr val="E9C78C"/>
              </a:solidFill>
              <a:latin typeface="Josefin Sans"/>
            </a:endParaRPr>
          </a:p>
          <a:p>
            <a:pPr>
              <a:lnSpc>
                <a:spcPct val="100000"/>
              </a:lnSpc>
              <a:tabLst>
                <a:tab pos="0" algn="l"/>
              </a:tabLst>
            </a:pPr>
            <a:endParaRPr lang="en" spc="-1" dirty="0">
              <a:solidFill>
                <a:srgbClr val="E9C78C"/>
              </a:solidFill>
              <a:latin typeface="Josefin Sans"/>
            </a:endParaRPr>
          </a:p>
        </p:txBody>
      </p:sp>
      <p:sp>
        <p:nvSpPr>
          <p:cNvPr id="9" name="Rectangle 8"/>
          <p:cNvSpPr/>
          <p:nvPr/>
        </p:nvSpPr>
        <p:spPr>
          <a:xfrm>
            <a:off x="3362925" y="834628"/>
            <a:ext cx="5757878" cy="4401205"/>
          </a:xfrm>
          <a:prstGeom prst="rect">
            <a:avLst/>
          </a:prstGeom>
        </p:spPr>
        <p:txBody>
          <a:bodyPr wrap="square">
            <a:spAutoFit/>
          </a:bodyPr>
          <a:lstStyle/>
          <a:p>
            <a:pPr>
              <a:lnSpc>
                <a:spcPct val="100000"/>
              </a:lnSpc>
              <a:tabLst>
                <a:tab pos="0" algn="l"/>
              </a:tabLst>
            </a:pP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On 14</a:t>
            </a:r>
            <a:r>
              <a:rPr lang="en" sz="2000" spc="-1" baseline="30000"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a:t>
            </a: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june early in the moring the mulrs and horses were loaded with luggage, the dandis for the aged were booked, and the party started off in high spirits behind baba who led them along that sacred road. 18 miles.</a:t>
            </a:r>
          </a:p>
          <a:p>
            <a:pPr>
              <a:lnSpc>
                <a:spcPct val="100000"/>
              </a:lnSpc>
              <a:tabLst>
                <a:tab pos="0" algn="l"/>
              </a:tabLst>
            </a:pPr>
            <a:r>
              <a:rPr lang="en-I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O</a:t>
            </a: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n 15</a:t>
            </a:r>
            <a:r>
              <a:rPr lang="en" sz="2000" spc="-1" baseline="30000"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a:t>
            </a: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and 16</a:t>
            </a:r>
            <a:r>
              <a:rPr lang="en" sz="2000" spc="-1" baseline="30000"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a:t>
            </a: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days of june were rather quiet days, When Baba allowed the devotees to perform in the Badrinath temple the  pooja they preferred, Himself busy with interviews to the many officers,civil and military, and the members of the temple Commit</a:t>
            </a:r>
            <a:r>
              <a:rPr lang="en-I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a:t>
            </a: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ee who had heard of his divinit and come to have his darsan</a:t>
            </a:r>
          </a:p>
          <a:p>
            <a:pPr>
              <a:lnSpc>
                <a:spcPct val="100000"/>
              </a:lnSpc>
              <a:tabLst>
                <a:tab pos="0" algn="l"/>
              </a:tabLst>
            </a:pP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On 17</a:t>
            </a:r>
            <a:r>
              <a:rPr lang="en" sz="2000" spc="-1" baseline="30000"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th</a:t>
            </a:r>
            <a:r>
              <a:rPr lang="en" sz="2000" spc="-1" dirty="0"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 june the day selected by baba for re-infusing spritual efficacy the rundown battery.During the moring abhishekam at the shrine, four amred Lord Narayana idol , with Sankha,chakra,Gada,padma, an idol of supreme craftsmanship, Perphaps sublimating form , The narayana tejas or shakti </a:t>
            </a:r>
            <a:r>
              <a:rPr lang="en" sz="2000" spc="-1" smtClean="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rPr>
              <a:t>before him.The baba directed Bhajan to be done and while the praise of narayana was being sung, Hen rose from floor saying”Now we shall consecrate this lingam again”, He showed the lingam to everyone </a:t>
            </a:r>
            <a:endParaRPr lang="en" sz="2000" spc="-1" dirty="0">
              <a:solidFill>
                <a:srgbClr val="E9C78C"/>
              </a:solidFill>
              <a:latin typeface="Microsoft Himalaya" panose="01010100010101010101" pitchFamily="2" charset="0"/>
              <a:ea typeface="Microsoft Himalaya" panose="01010100010101010101" pitchFamily="2" charset="0"/>
              <a:cs typeface="Microsoft Himalaya" panose="01010100010101010101" pitchFamily="2"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860" y="1089420"/>
            <a:ext cx="2392872" cy="310594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864960652"/>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1877"/>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oogle Shape;312;p47"/>
          <p:cNvPicPr/>
          <p:nvPr/>
        </p:nvPicPr>
        <p:blipFill>
          <a:blip r:embed="rId4"/>
          <a:stretch/>
        </p:blipFill>
        <p:spPr>
          <a:xfrm>
            <a:off x="5648544" y="1514596"/>
            <a:ext cx="3571560" cy="3555000"/>
          </a:xfrm>
          <a:prstGeom prst="rect">
            <a:avLst/>
          </a:prstGeom>
          <a:ln w="0">
            <a:noFill/>
          </a:ln>
        </p:spPr>
      </p:pic>
      <p:pic>
        <p:nvPicPr>
          <p:cNvPr id="2" name="Google Shape;1095;p76"/>
          <p:cNvPicPr/>
          <p:nvPr/>
        </p:nvPicPr>
        <p:blipFill>
          <a:blip r:embed="rId4"/>
          <a:stretch/>
        </p:blipFill>
        <p:spPr>
          <a:xfrm>
            <a:off x="-655216" y="2924419"/>
            <a:ext cx="3571560" cy="3555000"/>
          </a:xfrm>
          <a:prstGeom prst="rect">
            <a:avLst/>
          </a:prstGeom>
          <a:ln w="0">
            <a:noFill/>
          </a:ln>
        </p:spPr>
      </p:pic>
      <p:pic>
        <p:nvPicPr>
          <p:cNvPr id="3" name="discoure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84251" y="965731"/>
            <a:ext cx="5328243" cy="2868684"/>
          </a:xfrm>
          <a:prstGeom prst="rect">
            <a:avLst/>
          </a:prstGeom>
        </p:spPr>
      </p:pic>
      <p:grpSp>
        <p:nvGrpSpPr>
          <p:cNvPr id="4" name="Google Shape;1064;p75"/>
          <p:cNvGrpSpPr/>
          <p:nvPr/>
        </p:nvGrpSpPr>
        <p:grpSpPr>
          <a:xfrm>
            <a:off x="1420249" y="737133"/>
            <a:ext cx="5856246" cy="4374571"/>
            <a:chOff x="4698360" y="1838160"/>
            <a:chExt cx="3126240" cy="2486880"/>
          </a:xfrm>
        </p:grpSpPr>
        <p:grpSp>
          <p:nvGrpSpPr>
            <p:cNvPr id="5" name="Google Shape;1065;p75"/>
            <p:cNvGrpSpPr/>
            <p:nvPr/>
          </p:nvGrpSpPr>
          <p:grpSpPr>
            <a:xfrm>
              <a:off x="4698360" y="1838160"/>
              <a:ext cx="3126240" cy="2486880"/>
              <a:chOff x="4698360" y="1838160"/>
              <a:chExt cx="3126240" cy="2486880"/>
            </a:xfrm>
          </p:grpSpPr>
          <p:sp>
            <p:nvSpPr>
              <p:cNvPr id="7" name="Google Shape;1066;p75"/>
              <p:cNvSpPr/>
              <p:nvPr/>
            </p:nvSpPr>
            <p:spPr>
              <a:xfrm>
                <a:off x="4698360" y="3704040"/>
                <a:ext cx="3126240" cy="272160"/>
              </a:xfrm>
              <a:custGeom>
                <a:avLst/>
                <a:gdLst/>
                <a:ahLst/>
                <a:cxnLst/>
                <a:rect l="l" t="t" r="r" b="b"/>
                <a:pathLst>
                  <a:path w="260970" h="22753">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solidFill>
                <a:schemeClr val="dk1"/>
              </a:solidFill>
              <a:ln w="9525">
                <a:solidFill>
                  <a:srgbClr val="FAECD3"/>
                </a:solidFill>
                <a:round/>
              </a:ln>
            </p:spPr>
            <p:style>
              <a:lnRef idx="0">
                <a:scrgbClr r="0" g="0" b="0"/>
              </a:lnRef>
              <a:fillRef idx="0">
                <a:scrgbClr r="0" g="0" b="0"/>
              </a:fillRef>
              <a:effectRef idx="0">
                <a:scrgbClr r="0" g="0" b="0"/>
              </a:effectRef>
              <a:fontRef idx="minor"/>
            </p:style>
          </p:sp>
          <p:sp>
            <p:nvSpPr>
              <p:cNvPr id="8" name="Google Shape;1067;p75"/>
              <p:cNvSpPr/>
              <p:nvPr/>
            </p:nvSpPr>
            <p:spPr>
              <a:xfrm>
                <a:off x="4698360" y="1838160"/>
                <a:ext cx="3126240" cy="1865520"/>
              </a:xfrm>
              <a:custGeom>
                <a:avLst/>
                <a:gdLst/>
                <a:ahLst/>
                <a:cxnLst/>
                <a:rect l="l" t="t" r="r" b="b"/>
                <a:pathLst>
                  <a:path w="260970" h="155741">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solidFill>
                <a:schemeClr val="dk1"/>
              </a:solidFill>
              <a:ln w="9525">
                <a:solidFill>
                  <a:srgbClr val="FAECD3"/>
                </a:solidFill>
                <a:round/>
              </a:ln>
            </p:spPr>
            <p:style>
              <a:lnRef idx="0">
                <a:scrgbClr r="0" g="0" b="0"/>
              </a:lnRef>
              <a:fillRef idx="0">
                <a:scrgbClr r="0" g="0" b="0"/>
              </a:fillRef>
              <a:effectRef idx="0">
                <a:scrgbClr r="0" g="0" b="0"/>
              </a:effectRef>
              <a:fontRef idx="minor"/>
            </p:style>
          </p:sp>
          <p:sp>
            <p:nvSpPr>
              <p:cNvPr id="9" name="Google Shape;1068;p75"/>
              <p:cNvSpPr/>
              <p:nvPr/>
            </p:nvSpPr>
            <p:spPr>
              <a:xfrm>
                <a:off x="5695560" y="3976560"/>
                <a:ext cx="1131480" cy="348480"/>
              </a:xfrm>
              <a:custGeom>
                <a:avLst/>
                <a:gdLst/>
                <a:ahLst/>
                <a:cxnLst/>
                <a:rect l="l" t="t" r="r" b="b"/>
                <a:pathLst>
                  <a:path w="94481" h="29125">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solidFill>
                <a:schemeClr val="dk1"/>
              </a:solidFill>
              <a:ln w="9525">
                <a:solidFill>
                  <a:srgbClr val="FAECD3"/>
                </a:solidFill>
                <a:round/>
              </a:ln>
            </p:spPr>
            <p:style>
              <a:lnRef idx="0">
                <a:scrgbClr r="0" g="0" b="0"/>
              </a:lnRef>
              <a:fillRef idx="0">
                <a:scrgbClr r="0" g="0" b="0"/>
              </a:fillRef>
              <a:effectRef idx="0">
                <a:scrgbClr r="0" g="0" b="0"/>
              </a:effectRef>
              <a:fontRef idx="minor"/>
            </p:style>
          </p:sp>
        </p:grpSp>
        <p:sp>
          <p:nvSpPr>
            <p:cNvPr id="6" name="Google Shape;1069;p75"/>
            <p:cNvSpPr/>
            <p:nvPr/>
          </p:nvSpPr>
          <p:spPr>
            <a:xfrm>
              <a:off x="6197760" y="3762360"/>
              <a:ext cx="127080" cy="108720"/>
            </a:xfrm>
            <a:custGeom>
              <a:avLst/>
              <a:gdLst/>
              <a:ahLst/>
              <a:cxnLst/>
              <a:rect l="l" t="t" r="r" b="b"/>
              <a:pathLst>
                <a:path w="10627" h="9100">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solidFill>
              <a:schemeClr val="dk1"/>
            </a:solidFill>
            <a:ln w="9525">
              <a:solidFill>
                <a:srgbClr val="FAECD3"/>
              </a:solidFill>
              <a:round/>
            </a:ln>
          </p:spPr>
          <p:style>
            <a:lnRef idx="0">
              <a:scrgbClr r="0" g="0" b="0"/>
            </a:lnRef>
            <a:fillRef idx="0">
              <a:scrgbClr r="0" g="0" b="0"/>
            </a:fillRef>
            <a:effectRef idx="0">
              <a:scrgbClr r="0" g="0" b="0"/>
            </a:effectRef>
            <a:fontRef idx="minor"/>
          </p:style>
        </p:sp>
      </p:grpSp>
      <p:pic>
        <p:nvPicPr>
          <p:cNvPr id="11" name="Google Shape;253;p43"/>
          <p:cNvPicPr/>
          <p:nvPr/>
        </p:nvPicPr>
        <p:blipFill>
          <a:blip r:embed="rId6"/>
          <a:stretch/>
        </p:blipFill>
        <p:spPr>
          <a:xfrm flipH="1">
            <a:off x="8194917" y="142388"/>
            <a:ext cx="1003115" cy="1146795"/>
          </a:xfrm>
          <a:prstGeom prst="rect">
            <a:avLst/>
          </a:prstGeom>
          <a:ln w="0">
            <a:noFill/>
          </a:ln>
        </p:spPr>
      </p:pic>
      <p:pic>
        <p:nvPicPr>
          <p:cNvPr id="12" name="Google Shape;254;p43"/>
          <p:cNvPicPr/>
          <p:nvPr/>
        </p:nvPicPr>
        <p:blipFill>
          <a:blip r:embed="rId7"/>
          <a:stretch/>
        </p:blipFill>
        <p:spPr>
          <a:xfrm rot="876328" flipH="1">
            <a:off x="7453378" y="-227396"/>
            <a:ext cx="1242360" cy="1562137"/>
          </a:xfrm>
          <a:prstGeom prst="rect">
            <a:avLst/>
          </a:prstGeom>
          <a:ln w="0">
            <a:noFill/>
          </a:ln>
        </p:spPr>
      </p:pic>
      <p:sp>
        <p:nvSpPr>
          <p:cNvPr id="13" name="Rectangle 12"/>
          <p:cNvSpPr/>
          <p:nvPr/>
        </p:nvSpPr>
        <p:spPr>
          <a:xfrm>
            <a:off x="2542688" y="142388"/>
            <a:ext cx="3848746" cy="369332"/>
          </a:xfrm>
          <a:prstGeom prst="rect">
            <a:avLst/>
          </a:prstGeom>
        </p:spPr>
        <p:txBody>
          <a:bodyPr wrap="none">
            <a:spAutoFit/>
          </a:bodyPr>
          <a:lstStyle/>
          <a:p>
            <a:r>
              <a:rPr lang="en-GB" spc="-1" dirty="0" smtClean="0">
                <a:solidFill>
                  <a:srgbClr val="E9C78C"/>
                </a:solidFill>
                <a:latin typeface="Bahnschrift Light" panose="020B0502040204020203" pitchFamily="34" charset="0"/>
              </a:rPr>
              <a:t>HEARTFULL DISCOURES BY SWAMI</a:t>
            </a:r>
            <a:endParaRPr lang="en-US" dirty="0">
              <a:latin typeface="Bahnschrift Light" panose="020B0502040204020203" pitchFamily="34" charset="0"/>
            </a:endParaRPr>
          </a:p>
        </p:txBody>
      </p:sp>
    </p:spTree>
    <p:extLst>
      <p:ext uri="{BB962C8B-B14F-4D97-AF65-F5344CB8AC3E}">
        <p14:creationId xmlns:p14="http://schemas.microsoft.com/office/powerpoint/2010/main" val="110557390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13">
                                            <p:txEl>
                                              <p:pRg st="0" end="0"/>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500"/>
                            </p:stCondLst>
                            <p:childTnLst>
                              <p:par>
                                <p:cTn id="13" presetID="1" presetClass="mediacall" presetSubtype="0" fill="hold" nodeType="afterEffect">
                                  <p:stCondLst>
                                    <p:cond delay="0"/>
                                  </p:stCondLst>
                                  <p:childTnLst>
                                    <p:cmd type="call" cmd="playFrom(0.0)">
                                      <p:cBhvr>
                                        <p:cTn id="14" dur="72666" fill="hold"/>
                                        <p:tgtEl>
                                          <p:spTgt spid="3"/>
                                        </p:tgtEl>
                                      </p:cBhvr>
                                    </p:cmd>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nodeType="clickEffect">
                                  <p:stCondLst>
                                    <p:cond delay="0"/>
                                  </p:stCondLst>
                                  <p:childTnLst>
                                    <p:animEffect transition="out" filter="fade">
                                      <p:cBhvr>
                                        <p:cTn id="18" dur="500"/>
                                        <p:tgtEl>
                                          <p:spTgt spid="4"/>
                                        </p:tgtEl>
                                      </p:cBhvr>
                                    </p:animEffect>
                                    <p:set>
                                      <p:cBhvr>
                                        <p:cTn id="19"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100000">
                <p:cTn id="20" fill="hold" display="0">
                  <p:stCondLst>
                    <p:cond delay="indefinite"/>
                  </p:stCondLst>
                </p:cTn>
                <p:tgtEl>
                  <p:spTgt spid="3"/>
                </p:tgtEl>
              </p:cMediaNode>
            </p:video>
            <p:seq concurrent="1" nextAc="seek">
              <p:cTn id="21" restart="whenNotActive" fill="hold" evtFilter="cancelBubble" nodeType="interactiveSeq">
                <p:stCondLst>
                  <p:cond evt="onClick" delay="0">
                    <p:tgtEl>
                      <p:spTgt spid="3"/>
                    </p:tgtEl>
                  </p:cond>
                </p:stCondLst>
                <p:endSync evt="end" delay="0">
                  <p:rtn val="all"/>
                </p:endSync>
                <p:childTnLst>
                  <p:par>
                    <p:cTn id="22" fill="hold">
                      <p:stCondLst>
                        <p:cond delay="0"/>
                      </p:stCondLst>
                      <p:childTnLst>
                        <p:par>
                          <p:cTn id="23" fill="hold">
                            <p:stCondLst>
                              <p:cond delay="0"/>
                            </p:stCondLst>
                            <p:childTnLst>
                              <p:par>
                                <p:cTn id="24" presetID="2" presetClass="mediacall" presetSubtype="0" fill="hold" nodeType="clickEffect">
                                  <p:stCondLst>
                                    <p:cond delay="0"/>
                                  </p:stCondLst>
                                  <p:childTnLst>
                                    <p:cmd type="call" cmd="togglePause">
                                      <p:cBhvr>
                                        <p:cTn id="25"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8" name="PlaceHolder 1"/>
          <p:cNvSpPr>
            <a:spLocks noGrp="1"/>
          </p:cNvSpPr>
          <p:nvPr>
            <p:ph type="title"/>
          </p:nvPr>
        </p:nvSpPr>
        <p:spPr>
          <a:xfrm>
            <a:off x="721211" y="82057"/>
            <a:ext cx="7726320" cy="529920"/>
          </a:xfrm>
          <a:prstGeom prst="rect">
            <a:avLst/>
          </a:prstGeom>
          <a:noFill/>
          <a:ln w="0">
            <a:noFill/>
          </a:ln>
        </p:spPr>
        <p:txBody>
          <a:bodyPr tIns="0" bIns="91440" anchor="t">
            <a:noAutofit/>
          </a:bodyPr>
          <a:lstStyle/>
          <a:p>
            <a:pPr algn="ctr">
              <a:lnSpc>
                <a:spcPct val="100000"/>
              </a:lnSpc>
              <a:buNone/>
              <a:tabLst>
                <a:tab pos="0" algn="l"/>
              </a:tabLst>
            </a:pPr>
            <a:r>
              <a:rPr lang="en" sz="2800" u="sng" spc="-1" dirty="0" smtClean="0">
                <a:solidFill>
                  <a:srgbClr val="E9C78C"/>
                </a:solidFill>
                <a:latin typeface="Josefin Sans"/>
                <a:ea typeface="Josefin Sans"/>
              </a:rPr>
              <a:t>CHAPTER-15 </a:t>
            </a:r>
            <a:r>
              <a:rPr lang="en" sz="2800" b="0" u="sng" strike="noStrike" spc="-1" dirty="0" smtClean="0">
                <a:solidFill>
                  <a:srgbClr val="E9C78C"/>
                </a:solidFill>
                <a:latin typeface="Josefin Sans"/>
                <a:ea typeface="Josefin Sans"/>
              </a:rPr>
              <a:t> </a:t>
            </a:r>
            <a:r>
              <a:rPr lang="en" sz="2800" u="sng" spc="-1" dirty="0" smtClean="0">
                <a:solidFill>
                  <a:srgbClr val="E9C78C"/>
                </a:solidFill>
                <a:latin typeface="Josefin Sans"/>
                <a:ea typeface="Josefin Sans"/>
              </a:rPr>
              <a:t>GROUP MEMBER’S</a:t>
            </a:r>
            <a:endParaRPr lang="en-IN" sz="3400" b="0" u="sng" strike="noStrike" spc="-1" dirty="0">
              <a:solidFill>
                <a:srgbClr val="000000"/>
              </a:solidFill>
              <a:latin typeface="Arial"/>
            </a:endParaRPr>
          </a:p>
        </p:txBody>
      </p:sp>
      <p:sp>
        <p:nvSpPr>
          <p:cNvPr id="1419" name="PlaceHolder 2"/>
          <p:cNvSpPr>
            <a:spLocks noGrp="1"/>
          </p:cNvSpPr>
          <p:nvPr>
            <p:ph type="subTitle"/>
          </p:nvPr>
        </p:nvSpPr>
        <p:spPr>
          <a:xfrm>
            <a:off x="4358446" y="2802666"/>
            <a:ext cx="2395493" cy="388800"/>
          </a:xfrm>
          <a:prstGeom prst="rect">
            <a:avLst/>
          </a:prstGeom>
          <a:noFill/>
          <a:ln w="0">
            <a:noFill/>
          </a:ln>
        </p:spPr>
        <p:txBody>
          <a:bodyPr tIns="91440" bIns="91440" anchor="t">
            <a:noAutofit/>
          </a:bodyPr>
          <a:lstStyle/>
          <a:p>
            <a:pPr>
              <a:lnSpc>
                <a:spcPct val="100000"/>
              </a:lnSpc>
              <a:spcAft>
                <a:spcPts val="1199"/>
              </a:spcAft>
              <a:buNone/>
              <a:tabLst>
                <a:tab pos="0" algn="l"/>
              </a:tabLst>
            </a:pPr>
            <a:r>
              <a:rPr lang="en-GB" sz="1400" spc="-1" dirty="0" smtClean="0">
                <a:solidFill>
                  <a:srgbClr val="BEBE46"/>
                </a:solidFill>
              </a:rPr>
              <a:t>1</a:t>
            </a:r>
            <a:r>
              <a:rPr lang="en-GB" sz="1100" spc="-1" dirty="0" smtClean="0">
                <a:solidFill>
                  <a:srgbClr val="BEBE46"/>
                </a:solidFill>
              </a:rPr>
              <a:t>st</a:t>
            </a:r>
            <a:r>
              <a:rPr lang="en-GB" sz="1400" spc="-1" dirty="0" smtClean="0">
                <a:solidFill>
                  <a:srgbClr val="BEBE46"/>
                </a:solidFill>
              </a:rPr>
              <a:t> BSc [H]</a:t>
            </a:r>
          </a:p>
          <a:p>
            <a:pPr>
              <a:lnSpc>
                <a:spcPct val="100000"/>
              </a:lnSpc>
              <a:spcAft>
                <a:spcPts val="1199"/>
              </a:spcAft>
              <a:buNone/>
              <a:tabLst>
                <a:tab pos="0" algn="l"/>
              </a:tabLst>
            </a:pPr>
            <a:endParaRPr lang="en-GB" sz="1400" spc="-1" dirty="0">
              <a:solidFill>
                <a:srgbClr val="BEBE46"/>
              </a:solidFill>
            </a:endParaRPr>
          </a:p>
          <a:p>
            <a:pPr>
              <a:lnSpc>
                <a:spcPct val="100000"/>
              </a:lnSpc>
              <a:spcAft>
                <a:spcPts val="1199"/>
              </a:spcAft>
              <a:buNone/>
              <a:tabLst>
                <a:tab pos="0" algn="l"/>
              </a:tabLst>
            </a:pPr>
            <a:endParaRPr lang="en-IN" sz="1400" b="0" strike="noStrike" spc="-1" dirty="0">
              <a:latin typeface="Arial"/>
            </a:endParaRPr>
          </a:p>
        </p:txBody>
      </p:sp>
      <p:sp>
        <p:nvSpPr>
          <p:cNvPr id="1420" name="PlaceHolder 3"/>
          <p:cNvSpPr>
            <a:spLocks noGrp="1"/>
          </p:cNvSpPr>
          <p:nvPr>
            <p:ph type="subTitle"/>
          </p:nvPr>
        </p:nvSpPr>
        <p:spPr>
          <a:xfrm>
            <a:off x="4333022" y="2491955"/>
            <a:ext cx="2328480" cy="393840"/>
          </a:xfrm>
          <a:prstGeom prst="rect">
            <a:avLst/>
          </a:prstGeom>
          <a:noFill/>
          <a:ln w="0">
            <a:noFill/>
          </a:ln>
        </p:spPr>
        <p:txBody>
          <a:bodyPr tIns="91440" bIns="91440" anchor="t">
            <a:noAutofit/>
          </a:bodyPr>
          <a:lstStyle/>
          <a:p>
            <a:pPr>
              <a:lnSpc>
                <a:spcPct val="100000"/>
              </a:lnSpc>
              <a:spcAft>
                <a:spcPts val="1199"/>
              </a:spcAft>
              <a:buNone/>
              <a:tabLst>
                <a:tab pos="0" algn="l"/>
              </a:tabLst>
            </a:pPr>
            <a:r>
              <a:rPr lang="en-GB" sz="1900" b="0" strike="noStrike" spc="-1" dirty="0" smtClean="0">
                <a:solidFill>
                  <a:srgbClr val="BEBE46"/>
                </a:solidFill>
                <a:latin typeface="Arial"/>
              </a:rPr>
              <a:t>D.Abhiram</a:t>
            </a:r>
            <a:endParaRPr lang="en-IN" sz="1900" b="0" strike="noStrike" spc="-1" dirty="0">
              <a:solidFill>
                <a:srgbClr val="BEBE46"/>
              </a:solidFill>
              <a:latin typeface="Arial"/>
            </a:endParaRPr>
          </a:p>
        </p:txBody>
      </p:sp>
      <p:sp>
        <p:nvSpPr>
          <p:cNvPr id="1423" name="PlaceHolder 6"/>
          <p:cNvSpPr>
            <a:spLocks noGrp="1"/>
          </p:cNvSpPr>
          <p:nvPr>
            <p:ph type="subTitle"/>
          </p:nvPr>
        </p:nvSpPr>
        <p:spPr>
          <a:xfrm>
            <a:off x="4391952" y="3061947"/>
            <a:ext cx="2328480" cy="308880"/>
          </a:xfrm>
          <a:prstGeom prst="rect">
            <a:avLst/>
          </a:prstGeom>
          <a:noFill/>
          <a:ln w="0">
            <a:noFill/>
          </a:ln>
        </p:spPr>
        <p:txBody>
          <a:bodyPr tIns="91440" bIns="91440" anchor="t">
            <a:noAutofit/>
          </a:bodyPr>
          <a:lstStyle/>
          <a:p>
            <a:pPr>
              <a:lnSpc>
                <a:spcPct val="100000"/>
              </a:lnSpc>
              <a:spcAft>
                <a:spcPts val="1199"/>
              </a:spcAft>
              <a:buNone/>
              <a:tabLst>
                <a:tab pos="0" algn="l"/>
              </a:tabLst>
            </a:pPr>
            <a:r>
              <a:rPr lang="en-GB" sz="1100" spc="-1" dirty="0" smtClean="0">
                <a:solidFill>
                  <a:srgbClr val="BEBE46"/>
                </a:solidFill>
              </a:rPr>
              <a:t>Reg no : 234210</a:t>
            </a:r>
            <a:endParaRPr lang="en-GB" sz="1400" spc="-1" dirty="0">
              <a:solidFill>
                <a:srgbClr val="BEBE46"/>
              </a:solidFill>
            </a:endParaRPr>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t="17942" r="1655"/>
          <a:stretch/>
        </p:blipFill>
        <p:spPr>
          <a:xfrm>
            <a:off x="3039013" y="1785610"/>
            <a:ext cx="1342987" cy="2114961"/>
          </a:xfrm>
          <a:prstGeom prst="rect">
            <a:avLst/>
          </a:prstGeom>
          <a:ln>
            <a:noFill/>
          </a:ln>
          <a:effectLst>
            <a:softEdge rad="112500"/>
          </a:effectLst>
        </p:spPr>
      </p:pic>
      <p:sp>
        <p:nvSpPr>
          <p:cNvPr id="2" name="Rectangle 1"/>
          <p:cNvSpPr/>
          <p:nvPr/>
        </p:nvSpPr>
        <p:spPr>
          <a:xfrm>
            <a:off x="1611088" y="1120023"/>
            <a:ext cx="1542602" cy="369332"/>
          </a:xfrm>
          <a:prstGeom prst="rect">
            <a:avLst/>
          </a:prstGeom>
        </p:spPr>
        <p:txBody>
          <a:bodyPr wrap="none">
            <a:spAutoFit/>
          </a:bodyPr>
          <a:lstStyle/>
          <a:p>
            <a:pPr>
              <a:lnSpc>
                <a:spcPct val="100000"/>
              </a:lnSpc>
              <a:spcAft>
                <a:spcPts val="1199"/>
              </a:spcAft>
              <a:buNone/>
              <a:tabLst>
                <a:tab pos="0" algn="l"/>
              </a:tabLst>
            </a:pPr>
            <a:r>
              <a:rPr lang="en-GB" spc="-1" dirty="0" smtClean="0">
                <a:solidFill>
                  <a:srgbClr val="BEBE46"/>
                </a:solidFill>
              </a:rPr>
              <a:t>S.Jayaraman</a:t>
            </a:r>
            <a:endParaRPr lang="en-IN" spc="-1" dirty="0">
              <a:solidFill>
                <a:srgbClr val="BEBE46"/>
              </a:solidFill>
            </a:endParaRPr>
          </a:p>
        </p:txBody>
      </p:sp>
      <p:pic>
        <p:nvPicPr>
          <p:cNvPr id="12" name="Picture 11"/>
          <p:cNvPicPr>
            <a:picLocks noChangeAspect="1"/>
          </p:cNvPicPr>
          <p:nvPr/>
        </p:nvPicPr>
        <p:blipFill rotWithShape="1">
          <a:blip r:embed="rId3" cstate="print">
            <a:extLst>
              <a:ext uri="{28A0092B-C50C-407E-A947-70E740481C1C}">
                <a14:useLocalDpi xmlns:a14="http://schemas.microsoft.com/office/drawing/2010/main" val="0"/>
              </a:ext>
            </a:extLst>
          </a:blip>
          <a:srcRect b="4194"/>
          <a:stretch/>
        </p:blipFill>
        <p:spPr>
          <a:xfrm>
            <a:off x="107578" y="505954"/>
            <a:ext cx="1478843" cy="2222696"/>
          </a:xfrm>
          <a:prstGeom prst="rect">
            <a:avLst/>
          </a:prstGeom>
          <a:ln>
            <a:noFill/>
          </a:ln>
          <a:effectLst>
            <a:softEdge rad="112500"/>
          </a:effectLst>
        </p:spPr>
      </p:pic>
      <p:pic>
        <p:nvPicPr>
          <p:cNvPr id="3" name="Picture 2"/>
          <p:cNvPicPr>
            <a:picLocks noChangeAspect="1"/>
          </p:cNvPicPr>
          <p:nvPr/>
        </p:nvPicPr>
        <p:blipFill rotWithShape="1">
          <a:blip r:embed="rId4" cstate="print">
            <a:extLst>
              <a:ext uri="{28A0092B-C50C-407E-A947-70E740481C1C}">
                <a14:useLocalDpi xmlns:a14="http://schemas.microsoft.com/office/drawing/2010/main" val="0"/>
              </a:ext>
            </a:extLst>
          </a:blip>
          <a:srcRect l="14741" r="19325"/>
          <a:stretch/>
        </p:blipFill>
        <p:spPr>
          <a:xfrm>
            <a:off x="193509" y="2996255"/>
            <a:ext cx="1367265" cy="1899974"/>
          </a:xfrm>
          <a:prstGeom prst="rect">
            <a:avLst/>
          </a:prstGeom>
          <a:ln>
            <a:noFill/>
          </a:ln>
          <a:effectLst>
            <a:softEdge rad="112500"/>
          </a:effectLst>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65732" y="599249"/>
            <a:ext cx="1391541" cy="1931994"/>
          </a:xfrm>
          <a:prstGeom prst="rect">
            <a:avLst/>
          </a:prstGeom>
          <a:ln>
            <a:noFill/>
          </a:ln>
          <a:effectLst>
            <a:softEdge rad="112500"/>
          </a:effectLst>
        </p:spPr>
      </p:pic>
      <p:sp>
        <p:nvSpPr>
          <p:cNvPr id="13" name="PlaceHolder 2"/>
          <p:cNvSpPr txBox="1">
            <a:spLocks/>
          </p:cNvSpPr>
          <p:nvPr/>
        </p:nvSpPr>
        <p:spPr>
          <a:xfrm>
            <a:off x="1611088" y="1420119"/>
            <a:ext cx="2395493" cy="388800"/>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199"/>
              </a:spcAft>
              <a:buFont typeface="Arial" panose="020B0604020202020204" pitchFamily="34" charset="0"/>
              <a:buNone/>
              <a:tabLst>
                <a:tab pos="0" algn="l"/>
              </a:tabLst>
            </a:pPr>
            <a:r>
              <a:rPr lang="en-GB" sz="1400" spc="-1" dirty="0" smtClean="0">
                <a:solidFill>
                  <a:srgbClr val="BEBE46"/>
                </a:solidFill>
              </a:rPr>
              <a:t>1</a:t>
            </a:r>
            <a:r>
              <a:rPr lang="en-GB" sz="1100" spc="-1" dirty="0" smtClean="0">
                <a:solidFill>
                  <a:srgbClr val="BEBE46"/>
                </a:solidFill>
              </a:rPr>
              <a:t>st</a:t>
            </a:r>
            <a:r>
              <a:rPr lang="en-GB" sz="1400" spc="-1" dirty="0" smtClean="0">
                <a:solidFill>
                  <a:srgbClr val="BEBE46"/>
                </a:solidFill>
              </a:rPr>
              <a:t> BSc [H]</a:t>
            </a:r>
          </a:p>
          <a:p>
            <a:pPr>
              <a:lnSpc>
                <a:spcPct val="100000"/>
              </a:lnSpc>
              <a:spcAft>
                <a:spcPts val="1199"/>
              </a:spcAft>
              <a:buFont typeface="Arial" panose="020B0604020202020204" pitchFamily="34" charset="0"/>
              <a:buNone/>
              <a:tabLst>
                <a:tab pos="0" algn="l"/>
              </a:tabLst>
            </a:pPr>
            <a:endParaRPr lang="en-GB" sz="1400" spc="-1" dirty="0" smtClean="0">
              <a:solidFill>
                <a:srgbClr val="BEBE46"/>
              </a:solidFill>
            </a:endParaRPr>
          </a:p>
          <a:p>
            <a:pPr>
              <a:lnSpc>
                <a:spcPct val="100000"/>
              </a:lnSpc>
              <a:spcAft>
                <a:spcPts val="1199"/>
              </a:spcAft>
              <a:buFont typeface="Arial" panose="020B0604020202020204" pitchFamily="34" charset="0"/>
              <a:buNone/>
              <a:tabLst>
                <a:tab pos="0" algn="l"/>
              </a:tabLst>
            </a:pPr>
            <a:endParaRPr lang="en-IN" sz="1400" spc="-1" dirty="0">
              <a:latin typeface="Arial"/>
            </a:endParaRPr>
          </a:p>
        </p:txBody>
      </p:sp>
      <p:sp>
        <p:nvSpPr>
          <p:cNvPr id="14" name="PlaceHolder 6"/>
          <p:cNvSpPr txBox="1">
            <a:spLocks/>
          </p:cNvSpPr>
          <p:nvPr/>
        </p:nvSpPr>
        <p:spPr>
          <a:xfrm>
            <a:off x="1644594" y="1690425"/>
            <a:ext cx="2328480" cy="308880"/>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199"/>
              </a:spcAft>
              <a:buFont typeface="Arial" panose="020B0604020202020204" pitchFamily="34" charset="0"/>
              <a:buNone/>
              <a:tabLst>
                <a:tab pos="0" algn="l"/>
              </a:tabLst>
            </a:pPr>
            <a:r>
              <a:rPr lang="en-GB" sz="1100" spc="-1" dirty="0" smtClean="0">
                <a:solidFill>
                  <a:srgbClr val="BEBE46"/>
                </a:solidFill>
              </a:rPr>
              <a:t>Reg no : 234216</a:t>
            </a:r>
            <a:endParaRPr lang="en-GB" sz="1400" spc="-1" dirty="0">
              <a:solidFill>
                <a:srgbClr val="BEBE46"/>
              </a:solidFill>
            </a:endParaRPr>
          </a:p>
        </p:txBody>
      </p:sp>
      <p:sp>
        <p:nvSpPr>
          <p:cNvPr id="15" name="PlaceHolder 2"/>
          <p:cNvSpPr txBox="1">
            <a:spLocks/>
          </p:cNvSpPr>
          <p:nvPr/>
        </p:nvSpPr>
        <p:spPr>
          <a:xfrm>
            <a:off x="7339592" y="1487133"/>
            <a:ext cx="2395493" cy="388800"/>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199"/>
              </a:spcAft>
              <a:buNone/>
              <a:tabLst>
                <a:tab pos="0" algn="l"/>
              </a:tabLst>
            </a:pPr>
            <a:r>
              <a:rPr lang="en-GB" sz="1400" spc="-1" dirty="0">
                <a:solidFill>
                  <a:srgbClr val="BEBE46"/>
                </a:solidFill>
              </a:rPr>
              <a:t>1</a:t>
            </a:r>
            <a:r>
              <a:rPr lang="en-GB" sz="1100" spc="-1" dirty="0">
                <a:solidFill>
                  <a:srgbClr val="BEBE46"/>
                </a:solidFill>
              </a:rPr>
              <a:t>st</a:t>
            </a:r>
            <a:r>
              <a:rPr lang="en-GB" sz="1400" spc="-1" dirty="0">
                <a:solidFill>
                  <a:srgbClr val="BEBE46"/>
                </a:solidFill>
              </a:rPr>
              <a:t> </a:t>
            </a:r>
            <a:r>
              <a:rPr lang="en-GB" sz="1400" spc="-1" dirty="0" smtClean="0">
                <a:solidFill>
                  <a:srgbClr val="BEBE46"/>
                </a:solidFill>
              </a:rPr>
              <a:t>BBA</a:t>
            </a:r>
          </a:p>
          <a:p>
            <a:pPr>
              <a:lnSpc>
                <a:spcPct val="100000"/>
              </a:lnSpc>
              <a:spcAft>
                <a:spcPts val="1199"/>
              </a:spcAft>
              <a:buFont typeface="Arial" panose="020B0604020202020204" pitchFamily="34" charset="0"/>
              <a:buNone/>
              <a:tabLst>
                <a:tab pos="0" algn="l"/>
              </a:tabLst>
            </a:pPr>
            <a:endParaRPr lang="en-GB" sz="1400" spc="-1" dirty="0" smtClean="0">
              <a:solidFill>
                <a:srgbClr val="BEBE46"/>
              </a:solidFill>
            </a:endParaRPr>
          </a:p>
          <a:p>
            <a:pPr>
              <a:lnSpc>
                <a:spcPct val="100000"/>
              </a:lnSpc>
              <a:spcAft>
                <a:spcPts val="1199"/>
              </a:spcAft>
              <a:buFont typeface="Arial" panose="020B0604020202020204" pitchFamily="34" charset="0"/>
              <a:buNone/>
              <a:tabLst>
                <a:tab pos="0" algn="l"/>
              </a:tabLst>
            </a:pPr>
            <a:endParaRPr lang="en-IN" sz="1400" spc="-1" dirty="0">
              <a:latin typeface="Arial"/>
            </a:endParaRPr>
          </a:p>
        </p:txBody>
      </p:sp>
      <p:sp>
        <p:nvSpPr>
          <p:cNvPr id="16" name="PlaceHolder 3"/>
          <p:cNvSpPr txBox="1">
            <a:spLocks/>
          </p:cNvSpPr>
          <p:nvPr/>
        </p:nvSpPr>
        <p:spPr>
          <a:xfrm>
            <a:off x="7357273" y="1150457"/>
            <a:ext cx="2328480" cy="393840"/>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199"/>
              </a:spcAft>
              <a:buFont typeface="Arial" panose="020B0604020202020204" pitchFamily="34" charset="0"/>
              <a:buNone/>
              <a:tabLst>
                <a:tab pos="0" algn="l"/>
              </a:tabLst>
            </a:pPr>
            <a:r>
              <a:rPr lang="en-GB" sz="1900" spc="-1" dirty="0" err="1" smtClean="0">
                <a:solidFill>
                  <a:srgbClr val="BEBE46"/>
                </a:solidFill>
                <a:latin typeface="Arial"/>
              </a:rPr>
              <a:t>Alokit</a:t>
            </a:r>
            <a:r>
              <a:rPr lang="en-GB" sz="1900" spc="-1" dirty="0" smtClean="0">
                <a:solidFill>
                  <a:srgbClr val="BEBE46"/>
                </a:solidFill>
                <a:latin typeface="Arial"/>
              </a:rPr>
              <a:t> </a:t>
            </a:r>
            <a:r>
              <a:rPr lang="en-GB" sz="1900" spc="-1" dirty="0" err="1">
                <a:solidFill>
                  <a:srgbClr val="BEBE46"/>
                </a:solidFill>
                <a:latin typeface="Arial"/>
              </a:rPr>
              <a:t>T</a:t>
            </a:r>
            <a:r>
              <a:rPr lang="en-GB" sz="1900" spc="-1" dirty="0" err="1" smtClean="0">
                <a:solidFill>
                  <a:srgbClr val="BEBE46"/>
                </a:solidFill>
                <a:latin typeface="Arial"/>
              </a:rPr>
              <a:t>amang</a:t>
            </a:r>
            <a:endParaRPr lang="en-IN" sz="1900" spc="-1" dirty="0">
              <a:solidFill>
                <a:srgbClr val="BEBE46"/>
              </a:solidFill>
              <a:latin typeface="Arial"/>
            </a:endParaRPr>
          </a:p>
        </p:txBody>
      </p:sp>
      <p:sp>
        <p:nvSpPr>
          <p:cNvPr id="17" name="PlaceHolder 6"/>
          <p:cNvSpPr txBox="1">
            <a:spLocks/>
          </p:cNvSpPr>
          <p:nvPr/>
        </p:nvSpPr>
        <p:spPr>
          <a:xfrm>
            <a:off x="7440112" y="1721493"/>
            <a:ext cx="2328480" cy="308880"/>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199"/>
              </a:spcAft>
              <a:buFont typeface="Arial" panose="020B0604020202020204" pitchFamily="34" charset="0"/>
              <a:buNone/>
              <a:tabLst>
                <a:tab pos="0" algn="l"/>
              </a:tabLst>
            </a:pPr>
            <a:r>
              <a:rPr lang="en-GB" sz="1100" spc="-1" dirty="0" smtClean="0">
                <a:solidFill>
                  <a:srgbClr val="BEBE46"/>
                </a:solidFill>
              </a:rPr>
              <a:t>Reg no : 234505</a:t>
            </a:r>
            <a:endParaRPr lang="en-GB" sz="1400" spc="-1" dirty="0">
              <a:solidFill>
                <a:srgbClr val="BEBE46"/>
              </a:solidFill>
            </a:endParaRPr>
          </a:p>
        </p:txBody>
      </p:sp>
      <p:sp>
        <p:nvSpPr>
          <p:cNvPr id="18" name="PlaceHolder 2"/>
          <p:cNvSpPr txBox="1">
            <a:spLocks/>
          </p:cNvSpPr>
          <p:nvPr/>
        </p:nvSpPr>
        <p:spPr>
          <a:xfrm>
            <a:off x="1610107" y="3906758"/>
            <a:ext cx="2395493" cy="388800"/>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199"/>
              </a:spcAft>
              <a:buFont typeface="Arial" panose="020B0604020202020204" pitchFamily="34" charset="0"/>
              <a:buNone/>
              <a:tabLst>
                <a:tab pos="0" algn="l"/>
              </a:tabLst>
            </a:pPr>
            <a:r>
              <a:rPr lang="en-GB" sz="1400" spc="-1" dirty="0" smtClean="0">
                <a:solidFill>
                  <a:srgbClr val="BEBE46"/>
                </a:solidFill>
              </a:rPr>
              <a:t>1</a:t>
            </a:r>
            <a:r>
              <a:rPr lang="en-GB" sz="1100" spc="-1" dirty="0" smtClean="0">
                <a:solidFill>
                  <a:srgbClr val="BEBE46"/>
                </a:solidFill>
              </a:rPr>
              <a:t>st</a:t>
            </a:r>
            <a:r>
              <a:rPr lang="en-GB" sz="1400" spc="-1" dirty="0" smtClean="0">
                <a:solidFill>
                  <a:srgbClr val="BEBE46"/>
                </a:solidFill>
              </a:rPr>
              <a:t> BBA</a:t>
            </a:r>
          </a:p>
          <a:p>
            <a:pPr>
              <a:lnSpc>
                <a:spcPct val="100000"/>
              </a:lnSpc>
              <a:spcAft>
                <a:spcPts val="1199"/>
              </a:spcAft>
              <a:buFont typeface="Arial" panose="020B0604020202020204" pitchFamily="34" charset="0"/>
              <a:buNone/>
              <a:tabLst>
                <a:tab pos="0" algn="l"/>
              </a:tabLst>
            </a:pPr>
            <a:endParaRPr lang="en-GB" sz="1400" spc="-1" dirty="0" smtClean="0">
              <a:solidFill>
                <a:srgbClr val="BEBE46"/>
              </a:solidFill>
            </a:endParaRPr>
          </a:p>
          <a:p>
            <a:pPr>
              <a:lnSpc>
                <a:spcPct val="100000"/>
              </a:lnSpc>
              <a:spcAft>
                <a:spcPts val="1199"/>
              </a:spcAft>
              <a:buFont typeface="Arial" panose="020B0604020202020204" pitchFamily="34" charset="0"/>
              <a:buNone/>
              <a:tabLst>
                <a:tab pos="0" algn="l"/>
              </a:tabLst>
            </a:pPr>
            <a:endParaRPr lang="en-IN" sz="1400" spc="-1" dirty="0">
              <a:latin typeface="Arial"/>
            </a:endParaRPr>
          </a:p>
        </p:txBody>
      </p:sp>
      <p:sp>
        <p:nvSpPr>
          <p:cNvPr id="19" name="PlaceHolder 3"/>
          <p:cNvSpPr txBox="1">
            <a:spLocks/>
          </p:cNvSpPr>
          <p:nvPr/>
        </p:nvSpPr>
        <p:spPr>
          <a:xfrm>
            <a:off x="1560774" y="3606028"/>
            <a:ext cx="2328480" cy="393840"/>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199"/>
              </a:spcAft>
              <a:buFont typeface="Arial" panose="020B0604020202020204" pitchFamily="34" charset="0"/>
              <a:buNone/>
              <a:tabLst>
                <a:tab pos="0" algn="l"/>
              </a:tabLst>
            </a:pPr>
            <a:r>
              <a:rPr lang="en-GB" sz="1900" spc="-1" dirty="0" smtClean="0">
                <a:solidFill>
                  <a:srgbClr val="BEBE46"/>
                </a:solidFill>
                <a:latin typeface="Arial"/>
              </a:rPr>
              <a:t>P.Rajesh </a:t>
            </a:r>
            <a:endParaRPr lang="en-IN" sz="1900" spc="-1" dirty="0">
              <a:solidFill>
                <a:srgbClr val="BEBE46"/>
              </a:solidFill>
              <a:latin typeface="Arial"/>
            </a:endParaRPr>
          </a:p>
        </p:txBody>
      </p:sp>
      <p:sp>
        <p:nvSpPr>
          <p:cNvPr id="20" name="PlaceHolder 6"/>
          <p:cNvSpPr txBox="1">
            <a:spLocks/>
          </p:cNvSpPr>
          <p:nvPr/>
        </p:nvSpPr>
        <p:spPr>
          <a:xfrm>
            <a:off x="1643613" y="4177064"/>
            <a:ext cx="2328480" cy="308880"/>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199"/>
              </a:spcAft>
              <a:buFont typeface="Arial" panose="020B0604020202020204" pitchFamily="34" charset="0"/>
              <a:buNone/>
              <a:tabLst>
                <a:tab pos="0" algn="l"/>
              </a:tabLst>
            </a:pPr>
            <a:r>
              <a:rPr lang="en-GB" sz="1100" spc="-1" dirty="0" smtClean="0">
                <a:solidFill>
                  <a:srgbClr val="BEBE46"/>
                </a:solidFill>
              </a:rPr>
              <a:t>Reg no : 234532</a:t>
            </a:r>
            <a:endParaRPr lang="en-GB" sz="1400" spc="-1" dirty="0">
              <a:solidFill>
                <a:srgbClr val="BEBE46"/>
              </a:solidFill>
            </a:endParaRPr>
          </a:p>
        </p:txBody>
      </p:sp>
      <p:pic>
        <p:nvPicPr>
          <p:cNvPr id="6" name="Picture 5"/>
          <p:cNvPicPr>
            <a:picLocks noChangeAspect="1"/>
          </p:cNvPicPr>
          <p:nvPr/>
        </p:nvPicPr>
        <p:blipFill rotWithShape="1">
          <a:blip r:embed="rId6" cstate="print">
            <a:extLst>
              <a:ext uri="{28A0092B-C50C-407E-A947-70E740481C1C}">
                <a14:useLocalDpi xmlns:a14="http://schemas.microsoft.com/office/drawing/2010/main" val="0"/>
              </a:ext>
            </a:extLst>
          </a:blip>
          <a:srcRect l="9726" r="18059"/>
          <a:stretch/>
        </p:blipFill>
        <p:spPr>
          <a:xfrm>
            <a:off x="5735009" y="2802666"/>
            <a:ext cx="1391541" cy="1918507"/>
          </a:xfrm>
          <a:prstGeom prst="rect">
            <a:avLst/>
          </a:prstGeom>
          <a:ln>
            <a:noFill/>
          </a:ln>
          <a:effectLst>
            <a:softEdge rad="112500"/>
          </a:effectLst>
        </p:spPr>
      </p:pic>
      <p:sp>
        <p:nvSpPr>
          <p:cNvPr id="21" name="PlaceHolder 2"/>
          <p:cNvSpPr txBox="1">
            <a:spLocks/>
          </p:cNvSpPr>
          <p:nvPr/>
        </p:nvSpPr>
        <p:spPr>
          <a:xfrm>
            <a:off x="7079441" y="3761919"/>
            <a:ext cx="2395493" cy="388800"/>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199"/>
              </a:spcAft>
              <a:buNone/>
              <a:tabLst>
                <a:tab pos="0" algn="l"/>
              </a:tabLst>
            </a:pPr>
            <a:r>
              <a:rPr lang="en-GB" sz="1400" spc="-1" dirty="0">
                <a:solidFill>
                  <a:srgbClr val="BEBE46"/>
                </a:solidFill>
              </a:rPr>
              <a:t>1</a:t>
            </a:r>
            <a:r>
              <a:rPr lang="en-GB" sz="1100" spc="-1" dirty="0">
                <a:solidFill>
                  <a:srgbClr val="BEBE46"/>
                </a:solidFill>
              </a:rPr>
              <a:t>st</a:t>
            </a:r>
            <a:r>
              <a:rPr lang="en-GB" sz="1400" spc="-1" dirty="0">
                <a:solidFill>
                  <a:srgbClr val="BEBE46"/>
                </a:solidFill>
              </a:rPr>
              <a:t> BBA</a:t>
            </a:r>
            <a:endParaRPr lang="en-GB" sz="1400" spc="-1" dirty="0" smtClean="0">
              <a:solidFill>
                <a:srgbClr val="BEBE46"/>
              </a:solidFill>
            </a:endParaRPr>
          </a:p>
          <a:p>
            <a:pPr>
              <a:lnSpc>
                <a:spcPct val="100000"/>
              </a:lnSpc>
              <a:spcAft>
                <a:spcPts val="1199"/>
              </a:spcAft>
              <a:buFont typeface="Arial" panose="020B0604020202020204" pitchFamily="34" charset="0"/>
              <a:buNone/>
              <a:tabLst>
                <a:tab pos="0" algn="l"/>
              </a:tabLst>
            </a:pPr>
            <a:endParaRPr lang="en-IN" sz="1400" spc="-1" dirty="0">
              <a:latin typeface="Arial"/>
            </a:endParaRPr>
          </a:p>
        </p:txBody>
      </p:sp>
      <p:sp>
        <p:nvSpPr>
          <p:cNvPr id="22" name="PlaceHolder 3"/>
          <p:cNvSpPr txBox="1">
            <a:spLocks/>
          </p:cNvSpPr>
          <p:nvPr/>
        </p:nvSpPr>
        <p:spPr>
          <a:xfrm>
            <a:off x="6979864" y="3452092"/>
            <a:ext cx="2505022" cy="384348"/>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199"/>
              </a:spcAft>
              <a:buFont typeface="Arial" panose="020B0604020202020204" pitchFamily="34" charset="0"/>
              <a:buNone/>
              <a:tabLst>
                <a:tab pos="0" algn="l"/>
              </a:tabLst>
            </a:pPr>
            <a:r>
              <a:rPr lang="en-GB" sz="1900" spc="-1" dirty="0" err="1" smtClean="0">
                <a:solidFill>
                  <a:srgbClr val="BEBE46"/>
                </a:solidFill>
                <a:latin typeface="Arial"/>
              </a:rPr>
              <a:t>Shivam</a:t>
            </a:r>
            <a:r>
              <a:rPr lang="en-GB" sz="1900" spc="-1" dirty="0" smtClean="0">
                <a:solidFill>
                  <a:srgbClr val="BEBE46"/>
                </a:solidFill>
                <a:latin typeface="Arial"/>
              </a:rPr>
              <a:t> </a:t>
            </a:r>
            <a:r>
              <a:rPr lang="en-GB" sz="1900" spc="-1" dirty="0" err="1" smtClean="0">
                <a:solidFill>
                  <a:srgbClr val="BEBE46"/>
                </a:solidFill>
                <a:latin typeface="Arial"/>
              </a:rPr>
              <a:t>Deshmukh</a:t>
            </a:r>
            <a:endParaRPr lang="en-IN" sz="1900" spc="-1" dirty="0">
              <a:solidFill>
                <a:srgbClr val="BEBE46"/>
              </a:solidFill>
              <a:latin typeface="Arial"/>
            </a:endParaRPr>
          </a:p>
        </p:txBody>
      </p:sp>
      <p:sp>
        <p:nvSpPr>
          <p:cNvPr id="23" name="PlaceHolder 6"/>
          <p:cNvSpPr txBox="1">
            <a:spLocks/>
          </p:cNvSpPr>
          <p:nvPr/>
        </p:nvSpPr>
        <p:spPr>
          <a:xfrm>
            <a:off x="7068135" y="3999868"/>
            <a:ext cx="2328480" cy="308880"/>
          </a:xfrm>
          <a:prstGeom prst="rect">
            <a:avLst/>
          </a:prstGeom>
          <a:noFill/>
          <a:ln w="0">
            <a:noFill/>
          </a:ln>
        </p:spPr>
        <p:txBody>
          <a:bodyPr tIns="91440" bIns="9144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1199"/>
              </a:spcAft>
              <a:buFont typeface="Arial" panose="020B0604020202020204" pitchFamily="34" charset="0"/>
              <a:buNone/>
              <a:tabLst>
                <a:tab pos="0" algn="l"/>
              </a:tabLst>
            </a:pPr>
            <a:r>
              <a:rPr lang="en-GB" sz="1100" spc="-1" dirty="0" smtClean="0">
                <a:solidFill>
                  <a:srgbClr val="BEBE46"/>
                </a:solidFill>
              </a:rPr>
              <a:t>Reg no : 234537</a:t>
            </a:r>
            <a:endParaRPr lang="en-GB" sz="1400" spc="-1" dirty="0">
              <a:solidFill>
                <a:srgbClr val="BEBE46"/>
              </a:solidFill>
            </a:endParaRPr>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18"/>
                                        </p:tgtEl>
                                        <p:attrNameLst>
                                          <p:attrName>style.visibility</p:attrName>
                                        </p:attrNameLst>
                                      </p:cBhvr>
                                      <p:to>
                                        <p:strVal val="visible"/>
                                      </p:to>
                                    </p:set>
                                    <p:animEffect transition="in" filter="dissolve">
                                      <p:cBhvr>
                                        <p:cTn id="7" dur="500"/>
                                        <p:tgtEl>
                                          <p:spTgt spid="14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down)">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down)">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down)">
                                      <p:cBhvr>
                                        <p:cTn id="26" dur="500"/>
                                        <p:tgtEl>
                                          <p:spTgt spid="3"/>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down)">
                                      <p:cBhvr>
                                        <p:cTn id="29" dur="500"/>
                                        <p:tgtEl>
                                          <p:spTgt spid="18"/>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down)">
                                      <p:cBhvr>
                                        <p:cTn id="32" dur="500"/>
                                        <p:tgtEl>
                                          <p:spTgt spid="19"/>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down)">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down)">
                                      <p:cBhvr>
                                        <p:cTn id="40" dur="500"/>
                                        <p:tgtEl>
                                          <p:spTgt spid="5"/>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down)">
                                      <p:cBhvr>
                                        <p:cTn id="43" dur="500"/>
                                        <p:tgtEl>
                                          <p:spTgt spid="15"/>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down)">
                                      <p:cBhvr>
                                        <p:cTn id="46" dur="500"/>
                                        <p:tgtEl>
                                          <p:spTgt spid="17"/>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down)">
                                      <p:cBhvr>
                                        <p:cTn id="49" dur="500"/>
                                        <p:tgtEl>
                                          <p:spTgt spid="1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down)">
                                      <p:cBhvr>
                                        <p:cTn id="54" dur="500"/>
                                        <p:tgtEl>
                                          <p:spTgt spid="6"/>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down)">
                                      <p:cBhvr>
                                        <p:cTn id="57" dur="500"/>
                                        <p:tgtEl>
                                          <p:spTgt spid="21"/>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wipe(down)">
                                      <p:cBhvr>
                                        <p:cTn id="60" dur="500"/>
                                        <p:tgtEl>
                                          <p:spTgt spid="22"/>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down)">
                                      <p:cBhvr>
                                        <p:cTn id="63" dur="500"/>
                                        <p:tgtEl>
                                          <p:spTgt spid="2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4"/>
                                        </p:tgtEl>
                                        <p:attrNameLst>
                                          <p:attrName>style.visibility</p:attrName>
                                        </p:attrNameLst>
                                      </p:cBhvr>
                                      <p:to>
                                        <p:strVal val="visible"/>
                                      </p:to>
                                    </p:set>
                                    <p:animEffect transition="in" filter="wipe(down)">
                                      <p:cBhvr>
                                        <p:cTn id="68" dur="500"/>
                                        <p:tgtEl>
                                          <p:spTgt spid="4"/>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1419">
                                            <p:txEl>
                                              <p:pRg st="0" end="0"/>
                                            </p:txEl>
                                          </p:spTgt>
                                        </p:tgtEl>
                                        <p:attrNameLst>
                                          <p:attrName>style.visibility</p:attrName>
                                        </p:attrNameLst>
                                      </p:cBhvr>
                                      <p:to>
                                        <p:strVal val="visible"/>
                                      </p:to>
                                    </p:set>
                                    <p:animEffect transition="in" filter="wipe(down)">
                                      <p:cBhvr>
                                        <p:cTn id="71" dur="500"/>
                                        <p:tgtEl>
                                          <p:spTgt spid="1419">
                                            <p:txEl>
                                              <p:pRg st="0" end="0"/>
                                            </p:txEl>
                                          </p:spTgt>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1420">
                                            <p:txEl>
                                              <p:pRg st="0" end="0"/>
                                            </p:txEl>
                                          </p:spTgt>
                                        </p:tgtEl>
                                        <p:attrNameLst>
                                          <p:attrName>style.visibility</p:attrName>
                                        </p:attrNameLst>
                                      </p:cBhvr>
                                      <p:to>
                                        <p:strVal val="visible"/>
                                      </p:to>
                                    </p:set>
                                    <p:animEffect transition="in" filter="wipe(down)">
                                      <p:cBhvr>
                                        <p:cTn id="74" dur="500"/>
                                        <p:tgtEl>
                                          <p:spTgt spid="1420">
                                            <p:txEl>
                                              <p:pRg st="0" end="0"/>
                                            </p:txEl>
                                          </p:spTgt>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1423">
                                            <p:txEl>
                                              <p:pRg st="0" end="0"/>
                                            </p:txEl>
                                          </p:spTgt>
                                        </p:tgtEl>
                                        <p:attrNameLst>
                                          <p:attrName>style.visibility</p:attrName>
                                        </p:attrNameLst>
                                      </p:cBhvr>
                                      <p:to>
                                        <p:strVal val="visible"/>
                                      </p:to>
                                    </p:set>
                                    <p:animEffect transition="in" filter="wipe(down)">
                                      <p:cBhvr>
                                        <p:cTn id="77" dur="500"/>
                                        <p:tgtEl>
                                          <p:spTgt spid="14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8" grpId="0"/>
      <p:bldP spid="1419" grpId="0" build="p"/>
      <p:bldP spid="1420" grpId="0" build="p"/>
      <p:bldP spid="1423" grpId="0" build="p"/>
      <p:bldP spid="2" grpId="0"/>
      <p:bldP spid="13" grpId="0"/>
      <p:bldP spid="14" grpId="0"/>
      <p:bldP spid="15" grpId="0"/>
      <p:bldP spid="16" grpId="0"/>
      <p:bldP spid="17" grpId="0"/>
      <p:bldP spid="18" grpId="0"/>
      <p:bldP spid="19" grpId="0"/>
      <p:bldP spid="20" grpId="0"/>
      <p:bldP spid="21" grpId="0"/>
      <p:bldP spid="22" grpId="0"/>
      <p:bldP spid="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txBox="1">
            <a:spLocks/>
          </p:cNvSpPr>
          <p:nvPr/>
        </p:nvSpPr>
        <p:spPr>
          <a:xfrm>
            <a:off x="4616486" y="1411105"/>
            <a:ext cx="5571360" cy="988633"/>
          </a:xfrm>
          <a:prstGeom prst="rect">
            <a:avLst/>
          </a:prstGeom>
          <a:noFill/>
          <a:ln w="0">
            <a:noFill/>
          </a:ln>
        </p:spPr>
        <p:txBody>
          <a:bodyPr tIns="9144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 spc="-1" dirty="0" smtClean="0">
                <a:solidFill>
                  <a:srgbClr val="E9C78C"/>
                </a:solidFill>
                <a:latin typeface="Goudy Old Style" panose="02020502050305020303" pitchFamily="18" charset="0"/>
                <a:ea typeface="Josefin Sans"/>
              </a:rPr>
              <a:t>THANK YOU</a:t>
            </a:r>
            <a:endParaRPr lang="en-IN" spc="-1" dirty="0">
              <a:solidFill>
                <a:srgbClr val="000000"/>
              </a:solidFill>
              <a:latin typeface="Goudy Old Style" panose="02020502050305020303" pitchFamily="18" charset="0"/>
            </a:endParaRPr>
          </a:p>
        </p:txBody>
      </p:sp>
      <p:sp>
        <p:nvSpPr>
          <p:cNvPr id="8" name="Rectangle 7"/>
          <p:cNvSpPr/>
          <p:nvPr/>
        </p:nvSpPr>
        <p:spPr>
          <a:xfrm>
            <a:off x="7128358" y="2215072"/>
            <a:ext cx="1499578" cy="369332"/>
          </a:xfrm>
          <a:prstGeom prst="rect">
            <a:avLst/>
          </a:prstGeom>
        </p:spPr>
        <p:txBody>
          <a:bodyPr wrap="none">
            <a:spAutoFit/>
          </a:bodyPr>
          <a:lstStyle/>
          <a:p>
            <a:pPr>
              <a:tabLst>
                <a:tab pos="0" algn="l"/>
              </a:tabLst>
            </a:pPr>
            <a:r>
              <a:rPr lang="en" spc="-1" dirty="0" smtClean="0">
                <a:solidFill>
                  <a:srgbClr val="E9C78C"/>
                </a:solidFill>
                <a:latin typeface="Goudy Old Style" panose="02020502050305020303" pitchFamily="18" charset="0"/>
                <a:ea typeface="Josefin Sans"/>
              </a:rPr>
              <a:t> JAI SAI RAM</a:t>
            </a:r>
            <a:endParaRPr lang="en-IN" spc="-1" dirty="0">
              <a:solidFill>
                <a:srgbClr val="000000"/>
              </a:solidFill>
              <a:latin typeface="Goudy Old Style" panose="02020502050305020303" pitchFamily="18" charset="0"/>
            </a:endParaRPr>
          </a:p>
        </p:txBody>
      </p:sp>
      <p:pic>
        <p:nvPicPr>
          <p:cNvPr id="9" name="Picture 8"/>
          <p:cNvPicPr>
            <a:picLocks noChangeAspect="1"/>
          </p:cNvPicPr>
          <p:nvPr/>
        </p:nvPicPr>
        <p:blipFill>
          <a:blip r:embed="rId2"/>
          <a:stretch>
            <a:fillRect/>
          </a:stretch>
        </p:blipFill>
        <p:spPr>
          <a:xfrm>
            <a:off x="241109" y="1002599"/>
            <a:ext cx="4270602" cy="3163610"/>
          </a:xfrm>
          <a:prstGeom prst="rect">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FAECD3"/>
      </a:dk2>
      <a:lt2>
        <a:srgbClr val="FFFFFF"/>
      </a:lt2>
      <a:accent1>
        <a:srgbClr val="E2E2E2"/>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FAECD3"/>
      </a:dk2>
      <a:lt2>
        <a:srgbClr val="FFFFFF"/>
      </a:lt2>
      <a:accent1>
        <a:srgbClr val="E2E2E2"/>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FAECD3"/>
      </a:dk2>
      <a:lt2>
        <a:srgbClr val="FFFFFF"/>
      </a:lt2>
      <a:accent1>
        <a:srgbClr val="E2E2E2"/>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FAECD3"/>
      </a:dk2>
      <a:lt2>
        <a:srgbClr val="FFFFFF"/>
      </a:lt2>
      <a:accent1>
        <a:srgbClr val="E2E2E2"/>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FAECD3"/>
      </a:dk2>
      <a:lt2>
        <a:srgbClr val="FFFFFF"/>
      </a:lt2>
      <a:accent1>
        <a:srgbClr val="E2E2E2"/>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FAECD3"/>
      </a:dk2>
      <a:lt2>
        <a:srgbClr val="FFFFFF"/>
      </a:lt2>
      <a:accent1>
        <a:srgbClr val="E2E2E2"/>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FAECD3"/>
      </a:dk2>
      <a:lt2>
        <a:srgbClr val="FFFFFF"/>
      </a:lt2>
      <a:accent1>
        <a:srgbClr val="E2E2E2"/>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FAECD3"/>
      </a:dk2>
      <a:lt2>
        <a:srgbClr val="FFFFFF"/>
      </a:lt2>
      <a:accent1>
        <a:srgbClr val="E2E2E2"/>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FAECD3"/>
      </a:dk2>
      <a:lt2>
        <a:srgbClr val="FFFFFF"/>
      </a:lt2>
      <a:accent1>
        <a:srgbClr val="E2E2E2"/>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FAECD3"/>
      </a:dk2>
      <a:lt2>
        <a:srgbClr val="FFFFFF"/>
      </a:lt2>
      <a:accent1>
        <a:srgbClr val="E2E2E2"/>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FAECD3"/>
      </a:dk2>
      <a:lt2>
        <a:srgbClr val="FFFFFF"/>
      </a:lt2>
      <a:accent1>
        <a:srgbClr val="E2E2E2"/>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617</TotalTime>
  <Words>1511</Words>
  <Application>Microsoft Office PowerPoint</Application>
  <PresentationFormat>On-screen Show (16:9)</PresentationFormat>
  <Paragraphs>166</Paragraphs>
  <Slides>18</Slides>
  <Notes>0</Notes>
  <HiddenSlides>0</HiddenSlides>
  <MMClips>1</MMClips>
  <ScaleCrop>false</ScaleCrop>
  <HeadingPairs>
    <vt:vector size="6" baseType="variant">
      <vt:variant>
        <vt:lpstr>Fonts Used</vt:lpstr>
      </vt:variant>
      <vt:variant>
        <vt:i4>9</vt:i4>
      </vt:variant>
      <vt:variant>
        <vt:lpstr>Theme</vt:lpstr>
      </vt:variant>
      <vt:variant>
        <vt:i4>11</vt:i4>
      </vt:variant>
      <vt:variant>
        <vt:lpstr>Slide Titles</vt:lpstr>
      </vt:variant>
      <vt:variant>
        <vt:i4>18</vt:i4>
      </vt:variant>
    </vt:vector>
  </HeadingPairs>
  <TitlesOfParts>
    <vt:vector size="38" baseType="lpstr">
      <vt:lpstr>Arial</vt:lpstr>
      <vt:lpstr>Bahnschrift Light</vt:lpstr>
      <vt:lpstr>Calibri</vt:lpstr>
      <vt:lpstr>DejaVu Sans</vt:lpstr>
      <vt:lpstr>Goudy Old Style</vt:lpstr>
      <vt:lpstr>Josefin Sans</vt:lpstr>
      <vt:lpstr>Microsoft Himalaya</vt:lpstr>
      <vt:lpstr>Symbol</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PowerPoint Presentation</vt:lpstr>
      <vt:lpstr>SATHYAM</vt:lpstr>
      <vt:lpstr>PowerPoint Presentation</vt:lpstr>
      <vt:lpstr>“Prema is the seed, Bakthi the sprout, Faith the manure, sathsanga the rain, Surrender the flower and merging with the lord the fruit he declared.”  </vt:lpstr>
      <vt:lpstr>PowerPoint Presentation</vt:lpstr>
      <vt:lpstr>PowerPoint Presentation</vt:lpstr>
      <vt:lpstr>PowerPoint Presentation</vt:lpstr>
      <vt:lpstr>PowerPoint Presentation</vt:lpstr>
      <vt:lpstr>PowerPoint Presentation</vt:lpstr>
      <vt:lpstr>PowerPoint Presentation</vt:lpstr>
      <vt:lpstr>About Viswanatha of Benaras</vt:lpstr>
      <vt:lpstr>Swami Journey on 3rd April to 7th June  </vt:lpstr>
      <vt:lpstr>Swami Journey on 7th June to 11th July  </vt:lpstr>
      <vt:lpstr>Swami Journey on 11th June to 13th june </vt:lpstr>
      <vt:lpstr>Swami Journey on 14th June to 17th june </vt:lpstr>
      <vt:lpstr>PowerPoint Presentation</vt:lpstr>
      <vt:lpstr>CHAPTER-15  GROUP MEMBER’S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dc:description/>
  <cp:lastModifiedBy>Student</cp:lastModifiedBy>
  <cp:revision>118</cp:revision>
  <dcterms:modified xsi:type="dcterms:W3CDTF">2023-09-23T10:26:43Z</dcterms:modified>
  <dc:language>en-IN</dc:language>
</cp:coreProperties>
</file>