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FF6C-2392-4EB4-A937-CB3C16F67884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DC234-EBF0-442B-8035-518A64B28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355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FF6C-2392-4EB4-A937-CB3C16F67884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DC234-EBF0-442B-8035-518A64B28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546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FF6C-2392-4EB4-A937-CB3C16F67884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DC234-EBF0-442B-8035-518A64B28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7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FF6C-2392-4EB4-A937-CB3C16F67884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DC234-EBF0-442B-8035-518A64B28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81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FF6C-2392-4EB4-A937-CB3C16F67884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DC234-EBF0-442B-8035-518A64B28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43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FF6C-2392-4EB4-A937-CB3C16F67884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DC234-EBF0-442B-8035-518A64B28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17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FF6C-2392-4EB4-A937-CB3C16F67884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DC234-EBF0-442B-8035-518A64B28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763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FF6C-2392-4EB4-A937-CB3C16F67884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DC234-EBF0-442B-8035-518A64B28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20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FF6C-2392-4EB4-A937-CB3C16F67884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DC234-EBF0-442B-8035-518A64B28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548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FF6C-2392-4EB4-A937-CB3C16F67884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DC234-EBF0-442B-8035-518A64B28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332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FF6C-2392-4EB4-A937-CB3C16F67884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DC234-EBF0-442B-8035-518A64B283C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4022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FF6C-2392-4EB4-A937-CB3C16F67884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DC234-EBF0-442B-8035-518A64B28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694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FF6C-2392-4EB4-A937-CB3C16F67884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DC234-EBF0-442B-8035-518A64B283CA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01216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FF6C-2392-4EB4-A937-CB3C16F67884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DC234-EBF0-442B-8035-518A64B28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498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FF6C-2392-4EB4-A937-CB3C16F67884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DC234-EBF0-442B-8035-518A64B28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666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FF6C-2392-4EB4-A937-CB3C16F67884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DC234-EBF0-442B-8035-518A64B28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171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8FF6C-2392-4EB4-A937-CB3C16F67884}" type="datetimeFigureOut">
              <a:rPr lang="en-IN" smtClean="0"/>
              <a:t>18-09-2023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DC234-EBF0-442B-8035-518A64B28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022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66253" y="1273629"/>
            <a:ext cx="8915399" cy="2262781"/>
          </a:xfrm>
        </p:spPr>
        <p:txBody>
          <a:bodyPr>
            <a:normAutofit/>
          </a:bodyPr>
          <a:lstStyle/>
          <a:p>
            <a:r>
              <a:rPr lang="en-US" sz="4800" dirty="0" err="1" smtClean="0"/>
              <a:t>Sathyam</a:t>
            </a:r>
            <a:r>
              <a:rPr lang="en-US" sz="4800" dirty="0" smtClean="0"/>
              <a:t> </a:t>
            </a:r>
            <a:r>
              <a:rPr lang="en-US" sz="4800" dirty="0" err="1" smtClean="0"/>
              <a:t>shivam</a:t>
            </a:r>
            <a:r>
              <a:rPr lang="en-US" sz="4800" dirty="0" smtClean="0"/>
              <a:t> </a:t>
            </a:r>
            <a:r>
              <a:rPr lang="en-US" sz="4800" dirty="0" err="1" smtClean="0"/>
              <a:t>sundaram</a:t>
            </a:r>
            <a:r>
              <a:rPr lang="en-US" sz="4800" dirty="0" smtClean="0"/>
              <a:t>.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6252" y="4725127"/>
            <a:ext cx="8915399" cy="1126283"/>
          </a:xfrm>
        </p:spPr>
        <p:txBody>
          <a:bodyPr>
            <a:normAutofit/>
          </a:bodyPr>
          <a:lstStyle/>
          <a:p>
            <a:pPr algn="r"/>
            <a:r>
              <a:rPr lang="en-US" sz="2400" dirty="0" smtClean="0"/>
              <a:t>Chapter 1: In Human form.</a:t>
            </a:r>
            <a:endParaRPr lang="en-I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461" y="3991798"/>
            <a:ext cx="3892762" cy="29576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132177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9337" y="467356"/>
            <a:ext cx="8911687" cy="1280890"/>
          </a:xfrm>
        </p:spPr>
        <p:txBody>
          <a:bodyPr/>
          <a:lstStyle/>
          <a:p>
            <a:r>
              <a:rPr lang="en-GB" dirty="0" smtClean="0"/>
              <a:t>Chapter-1 : In Human Form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2286" y="1611084"/>
            <a:ext cx="8915400" cy="4580709"/>
          </a:xfrm>
        </p:spPr>
        <p:txBody>
          <a:bodyPr/>
          <a:lstStyle/>
          <a:p>
            <a:r>
              <a:rPr lang="en-GB" sz="2800" dirty="0" smtClean="0"/>
              <a:t>The name puttaparthi is derived from </a:t>
            </a:r>
            <a:r>
              <a:rPr lang="en-GB" sz="2800" dirty="0" err="1" smtClean="0"/>
              <a:t>putta,which</a:t>
            </a:r>
            <a:r>
              <a:rPr lang="en-GB" sz="2800" dirty="0" smtClean="0"/>
              <a:t> means anthill in which a snake has taken up its abode and </a:t>
            </a:r>
            <a:r>
              <a:rPr lang="en-GB" sz="2800" dirty="0" err="1" smtClean="0"/>
              <a:t>parthi</a:t>
            </a:r>
            <a:r>
              <a:rPr lang="en-GB" sz="2800" dirty="0" smtClean="0"/>
              <a:t> which is a modified form of </a:t>
            </a:r>
            <a:r>
              <a:rPr lang="en-GB" sz="2800" dirty="0" err="1" smtClean="0"/>
              <a:t>vardhini</a:t>
            </a:r>
            <a:r>
              <a:rPr lang="en-GB" sz="2800" dirty="0" smtClean="0"/>
              <a:t> or multiplier.</a:t>
            </a:r>
          </a:p>
          <a:p>
            <a:r>
              <a:rPr lang="en-GB" sz="2800" dirty="0" smtClean="0"/>
              <a:t>The village is also known as </a:t>
            </a:r>
            <a:r>
              <a:rPr lang="en-GB" sz="2800" dirty="0" err="1" smtClean="0"/>
              <a:t>gollapalli</a:t>
            </a:r>
            <a:r>
              <a:rPr lang="en-GB" sz="2800" dirty="0" smtClean="0"/>
              <a:t> or the house of cowherds.</a:t>
            </a:r>
            <a:endParaRPr lang="en-IN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190" y="4049486"/>
            <a:ext cx="5107576" cy="2660135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404695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959" y="493482"/>
            <a:ext cx="8911687" cy="1280890"/>
          </a:xfrm>
        </p:spPr>
        <p:txBody>
          <a:bodyPr/>
          <a:lstStyle/>
          <a:p>
            <a:r>
              <a:rPr lang="en-GB" dirty="0" smtClean="0"/>
              <a:t>Story of puttaparthi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7245" y="1774373"/>
            <a:ext cx="9650685" cy="4548050"/>
          </a:xfrm>
        </p:spPr>
        <p:txBody>
          <a:bodyPr/>
          <a:lstStyle/>
          <a:p>
            <a:r>
              <a:rPr lang="en-GB" sz="2400" dirty="0" smtClean="0"/>
              <a:t>One day a village cowherd noticed that his favourite cow was not giving milk. So one day he started following the cow where it went and to his surprise, he noticed that a cobra raised itself and drank milk from the cows udder.</a:t>
            </a:r>
          </a:p>
          <a:p>
            <a:r>
              <a:rPr lang="en-GB" sz="2400" dirty="0" smtClean="0"/>
              <a:t>Enraged at the loss, the village cowherd lifted a stone and threw at the cobra. Writhing in pain the cobra got angry and threw a angry curse on all the </a:t>
            </a:r>
            <a:r>
              <a:rPr lang="en-GB" sz="2400" dirty="0" err="1" smtClean="0"/>
              <a:t>gopalas</a:t>
            </a:r>
            <a:r>
              <a:rPr lang="en-GB" sz="2400" dirty="0" smtClean="0"/>
              <a:t> of the village that the place will soon be full of anthills.</a:t>
            </a:r>
          </a:p>
          <a:p>
            <a:r>
              <a:rPr lang="en-GB" sz="2400" dirty="0" smtClean="0"/>
              <a:t>As told the place was full of anthills and the place was called </a:t>
            </a:r>
            <a:r>
              <a:rPr lang="en-GB" sz="2400" dirty="0" err="1" smtClean="0"/>
              <a:t>valmikipura</a:t>
            </a:r>
            <a:r>
              <a:rPr lang="en-GB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242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3473" y="611047"/>
            <a:ext cx="8911687" cy="1280890"/>
          </a:xfrm>
        </p:spPr>
        <p:txBody>
          <a:bodyPr/>
          <a:lstStyle/>
          <a:p>
            <a:r>
              <a:rPr lang="en-GB" dirty="0" smtClean="0"/>
              <a:t>Redeem from the curse.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657" y="1891937"/>
            <a:ext cx="10254343" cy="4548051"/>
          </a:xfrm>
        </p:spPr>
        <p:txBody>
          <a:bodyPr>
            <a:normAutofit/>
          </a:bodyPr>
          <a:lstStyle/>
          <a:p>
            <a:r>
              <a:rPr lang="en-GB" sz="2800" dirty="0" smtClean="0"/>
              <a:t>The stone which the village cowherd threw at the cobra is now worshipped as </a:t>
            </a:r>
            <a:r>
              <a:rPr lang="en-GB" sz="2800" dirty="0" err="1" smtClean="0"/>
              <a:t>gopalaswami</a:t>
            </a:r>
            <a:r>
              <a:rPr lang="en-GB" sz="2800" dirty="0" smtClean="0"/>
              <a:t>. Swami directed the villagers to wash the stone and apply sandal paste on it, when it was done they could see the picture of </a:t>
            </a:r>
            <a:r>
              <a:rPr lang="en-GB" sz="2800" dirty="0" err="1" smtClean="0"/>
              <a:t>gopalaswami</a:t>
            </a:r>
            <a:r>
              <a:rPr lang="en-GB" sz="2800" dirty="0" smtClean="0"/>
              <a:t>.</a:t>
            </a:r>
          </a:p>
          <a:p>
            <a:r>
              <a:rPr lang="en-GB" sz="2800" dirty="0" smtClean="0"/>
              <a:t>From that day onwards the curse lost its evil power and the cattle began to thrive at puttaparthi.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6845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1222" y="506544"/>
            <a:ext cx="8911687" cy="1280890"/>
          </a:xfrm>
        </p:spPr>
        <p:txBody>
          <a:bodyPr/>
          <a:lstStyle/>
          <a:p>
            <a:r>
              <a:rPr lang="en-GB" dirty="0" smtClean="0"/>
              <a:t>Story of </a:t>
            </a:r>
            <a:r>
              <a:rPr lang="en-GB" dirty="0" err="1" smtClean="0"/>
              <a:t>kondamma</a:t>
            </a:r>
            <a:r>
              <a:rPr lang="en-GB" dirty="0" smtClean="0"/>
              <a:t> </a:t>
            </a:r>
            <a:r>
              <a:rPr lang="en-GB" dirty="0" err="1" smtClean="0"/>
              <a:t>raju</a:t>
            </a:r>
            <a:r>
              <a:rPr lang="en-GB" dirty="0" smtClean="0"/>
              <a:t>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920" y="1787434"/>
            <a:ext cx="9414554" cy="4521925"/>
          </a:xfrm>
        </p:spPr>
        <p:txBody>
          <a:bodyPr>
            <a:normAutofit/>
          </a:bodyPr>
          <a:lstStyle/>
          <a:p>
            <a:r>
              <a:rPr lang="en-GB" sz="2400" dirty="0" smtClean="0"/>
              <a:t>Once </a:t>
            </a:r>
            <a:r>
              <a:rPr lang="en-GB" sz="2400" dirty="0" err="1" smtClean="0"/>
              <a:t>kondamma</a:t>
            </a:r>
            <a:r>
              <a:rPr lang="en-GB" sz="2400" dirty="0" smtClean="0"/>
              <a:t> </a:t>
            </a:r>
            <a:r>
              <a:rPr lang="en-GB" sz="2400" dirty="0" err="1" smtClean="0"/>
              <a:t>raju</a:t>
            </a:r>
            <a:r>
              <a:rPr lang="en-GB" sz="2400" dirty="0" smtClean="0"/>
              <a:t> got a dream in which he saw </a:t>
            </a:r>
            <a:r>
              <a:rPr lang="en-GB" sz="2400" dirty="0" err="1" smtClean="0"/>
              <a:t>sathyabhama</a:t>
            </a:r>
            <a:r>
              <a:rPr lang="en-GB" sz="2400" dirty="0" smtClean="0"/>
              <a:t> alone, waiting for her lord </a:t>
            </a:r>
            <a:r>
              <a:rPr lang="en-GB" sz="2400" dirty="0" err="1" smtClean="0"/>
              <a:t>krishna</a:t>
            </a:r>
            <a:r>
              <a:rPr lang="en-GB" sz="2400" dirty="0" smtClean="0"/>
              <a:t>, who had gone to bring her the </a:t>
            </a:r>
            <a:r>
              <a:rPr lang="en-GB" sz="2400" dirty="0" err="1" smtClean="0"/>
              <a:t>parijata</a:t>
            </a:r>
            <a:r>
              <a:rPr lang="en-GB" sz="2400" dirty="0" smtClean="0"/>
              <a:t> flowers. </a:t>
            </a:r>
            <a:r>
              <a:rPr lang="en-GB" sz="2400" dirty="0" err="1" smtClean="0"/>
              <a:t>Sathyabhama</a:t>
            </a:r>
            <a:r>
              <a:rPr lang="en-GB" sz="2400" dirty="0" smtClean="0"/>
              <a:t> was waiting for her lord for a very long time and she broke into tears.</a:t>
            </a:r>
          </a:p>
          <a:p>
            <a:r>
              <a:rPr lang="en-GB" sz="2400" dirty="0" smtClean="0"/>
              <a:t>Luckily her eyes fell on </a:t>
            </a:r>
            <a:r>
              <a:rPr lang="en-GB" sz="2400" dirty="0" err="1" smtClean="0"/>
              <a:t>kondama</a:t>
            </a:r>
            <a:r>
              <a:rPr lang="en-GB" sz="2400" dirty="0" smtClean="0"/>
              <a:t> </a:t>
            </a:r>
            <a:r>
              <a:rPr lang="en-GB" sz="2400" dirty="0" err="1" smtClean="0"/>
              <a:t>raju</a:t>
            </a:r>
            <a:r>
              <a:rPr lang="en-GB" sz="2400" dirty="0" smtClean="0"/>
              <a:t> as he was passing across the place where she stood and she asked him to provide shelter.</a:t>
            </a:r>
          </a:p>
          <a:p>
            <a:r>
              <a:rPr lang="en-GB" sz="2400" dirty="0" smtClean="0"/>
              <a:t>This dream lead to </a:t>
            </a:r>
            <a:r>
              <a:rPr lang="en-GB" sz="2400" dirty="0" err="1" smtClean="0"/>
              <a:t>kondamma</a:t>
            </a:r>
            <a:r>
              <a:rPr lang="en-GB" sz="2400" dirty="0" smtClean="0"/>
              <a:t> </a:t>
            </a:r>
            <a:r>
              <a:rPr lang="en-GB" sz="2400" dirty="0" err="1" smtClean="0"/>
              <a:t>raju</a:t>
            </a:r>
            <a:r>
              <a:rPr lang="en-GB" sz="2400" dirty="0" smtClean="0"/>
              <a:t> building a temple which is known as </a:t>
            </a:r>
            <a:r>
              <a:rPr lang="en-GB" sz="2400" dirty="0" err="1" smtClean="0"/>
              <a:t>satyabhamma</a:t>
            </a:r>
            <a:r>
              <a:rPr lang="en-GB" sz="2400" dirty="0" smtClean="0"/>
              <a:t> temple.</a:t>
            </a:r>
            <a:endParaRPr lang="en-I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0411" y="0"/>
            <a:ext cx="4001589" cy="178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3839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727063" y="519608"/>
            <a:ext cx="8911687" cy="47316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27063" y="1293223"/>
            <a:ext cx="8915400" cy="4787816"/>
          </a:xfrm>
        </p:spPr>
        <p:txBody>
          <a:bodyPr>
            <a:normAutofit/>
          </a:bodyPr>
          <a:lstStyle/>
          <a:p>
            <a:r>
              <a:rPr lang="en-GB" sz="2400" dirty="0" smtClean="0"/>
              <a:t>Kondamma Raju had two sons, pedda venkapa Raju and chinna venkapa Raju.</a:t>
            </a:r>
          </a:p>
          <a:p>
            <a:r>
              <a:rPr lang="en-GB" sz="2400" dirty="0" smtClean="0"/>
              <a:t>Pedda venkapa Raju married eshwaramma, the daughter of sri suba Raju.</a:t>
            </a:r>
          </a:p>
          <a:p>
            <a:r>
              <a:rPr lang="en-GB" sz="2400" dirty="0" smtClean="0"/>
              <a:t>The couple were blessed with a son and two daughters in that order, sheshama raju,venkamma and parvatamma.</a:t>
            </a:r>
          </a:p>
          <a:p>
            <a:r>
              <a:rPr lang="en-GB" sz="2400" dirty="0" smtClean="0"/>
              <a:t>When eshwaramma prayed to sathyanarayana Raju and performed Pooja then swami was born in human form and he was named as satyanarayana Raju.</a:t>
            </a:r>
            <a:endParaRPr lang="en-I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5154" y="3553097"/>
            <a:ext cx="1976846" cy="33049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88229"/>
            <a:ext cx="1727063" cy="30697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258466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5400" dirty="0" smtClean="0"/>
              <a:t>The end.</a:t>
            </a:r>
            <a:endParaRPr lang="en-IN" sz="5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415" y="1050117"/>
            <a:ext cx="3462774" cy="474353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  <a:softEdge rad="63500"/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31292284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91</TotalTime>
  <Words>401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Wisp</vt:lpstr>
      <vt:lpstr>Sathyam shivam sundaram.</vt:lpstr>
      <vt:lpstr>Chapter-1 : In Human Form</vt:lpstr>
      <vt:lpstr>Story of puttaparthi</vt:lpstr>
      <vt:lpstr>Redeem from the curse.</vt:lpstr>
      <vt:lpstr>Story of kondamma raju.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Sathyam shivam sundaram.</dc:title>
  <dc:creator>bba1</dc:creator>
  <cp:lastModifiedBy>bba1</cp:lastModifiedBy>
  <cp:revision>11</cp:revision>
  <dcterms:created xsi:type="dcterms:W3CDTF">2023-08-30T09:30:34Z</dcterms:created>
  <dcterms:modified xsi:type="dcterms:W3CDTF">2023-09-18T11:05:42Z</dcterms:modified>
</cp:coreProperties>
</file>