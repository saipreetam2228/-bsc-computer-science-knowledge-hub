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8.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7"/>
  </p:notesMasterIdLst>
  <p:sldIdLst>
    <p:sldId id="258" r:id="rId2"/>
    <p:sldId id="256" r:id="rId3"/>
    <p:sldId id="259" r:id="rId4"/>
    <p:sldId id="264" r:id="rId5"/>
    <p:sldId id="263" r:id="rId6"/>
    <p:sldId id="265" r:id="rId7"/>
    <p:sldId id="266" r:id="rId8"/>
    <p:sldId id="268" r:id="rId9"/>
    <p:sldId id="269" r:id="rId10"/>
    <p:sldId id="257" r:id="rId11"/>
    <p:sldId id="270" r:id="rId12"/>
    <p:sldId id="271" r:id="rId13"/>
    <p:sldId id="274" r:id="rId14"/>
    <p:sldId id="275"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FFFF00"/>
    <a:srgbClr val="FF9900"/>
    <a:srgbClr val="CA7759"/>
    <a:srgbClr val="002060"/>
    <a:srgbClr val="B7ACB6"/>
    <a:srgbClr val="106889"/>
    <a:srgbClr val="456A57"/>
    <a:srgbClr val="1A6E8E"/>
    <a:srgbClr val="2A78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67" autoAdjust="0"/>
    <p:restoredTop sz="94660"/>
  </p:normalViewPr>
  <p:slideViewPr>
    <p:cSldViewPr snapToGrid="0">
      <p:cViewPr>
        <p:scale>
          <a:sx n="66" d="100"/>
          <a:sy n="66" d="100"/>
        </p:scale>
        <p:origin x="312" y="2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DA91AC-2D27-4634-8C43-3D8830968EC4}" type="datetimeFigureOut">
              <a:rPr lang="en-IN" smtClean="0"/>
              <a:t>23-09-2023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8307EB-A7F3-4066-B56C-AE8D1AA6258B}" type="slidenum">
              <a:rPr lang="en-IN" smtClean="0"/>
              <a:t>‹#›</a:t>
            </a:fld>
            <a:endParaRPr lang="en-IN"/>
          </a:p>
        </p:txBody>
      </p:sp>
    </p:spTree>
    <p:extLst>
      <p:ext uri="{BB962C8B-B14F-4D97-AF65-F5344CB8AC3E}">
        <p14:creationId xmlns:p14="http://schemas.microsoft.com/office/powerpoint/2010/main" val="3811362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360D6BE-2202-41CA-AA2C-8B669A4045B1}" type="datetime1">
              <a:rPr lang="en-IN" smtClean="0"/>
              <a:t>23-09-2023</a:t>
            </a:fld>
            <a:endParaRPr lang="en-IN"/>
          </a:p>
        </p:txBody>
      </p:sp>
      <p:sp>
        <p:nvSpPr>
          <p:cNvPr id="5" name="Footer Placeholder 4"/>
          <p:cNvSpPr>
            <a:spLocks noGrp="1"/>
          </p:cNvSpPr>
          <p:nvPr>
            <p:ph type="ftr" sz="quarter" idx="11"/>
          </p:nvPr>
        </p:nvSpPr>
        <p:spPr/>
        <p:txBody>
          <a:bodyPr/>
          <a:lstStyle/>
          <a:p>
            <a:r>
              <a:rPr lang="en-IN" smtClean="0"/>
              <a:t>#The Sarathi</a:t>
            </a:r>
            <a:endParaRPr lang="en-IN"/>
          </a:p>
        </p:txBody>
      </p:sp>
      <p:sp>
        <p:nvSpPr>
          <p:cNvPr id="6" name="Slide Number Placeholder 5"/>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3775709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B29F28F-403A-4C3C-8A4A-F3418126DBF0}" type="datetime1">
              <a:rPr lang="en-IN" smtClean="0"/>
              <a:t>23-09-2023</a:t>
            </a:fld>
            <a:endParaRPr lang="en-IN"/>
          </a:p>
        </p:txBody>
      </p:sp>
      <p:sp>
        <p:nvSpPr>
          <p:cNvPr id="5" name="Footer Placeholder 4"/>
          <p:cNvSpPr>
            <a:spLocks noGrp="1"/>
          </p:cNvSpPr>
          <p:nvPr>
            <p:ph type="ftr" sz="quarter" idx="11"/>
          </p:nvPr>
        </p:nvSpPr>
        <p:spPr/>
        <p:txBody>
          <a:bodyPr/>
          <a:lstStyle/>
          <a:p>
            <a:r>
              <a:rPr lang="en-IN" smtClean="0"/>
              <a:t>#The Sarathi</a:t>
            </a:r>
            <a:endParaRPr lang="en-IN"/>
          </a:p>
        </p:txBody>
      </p:sp>
      <p:sp>
        <p:nvSpPr>
          <p:cNvPr id="6" name="Slide Number Placeholder 5"/>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3691590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076E4C9-0E08-4A7D-BCB0-D8220AF11642}" type="datetime1">
              <a:rPr lang="en-IN" smtClean="0"/>
              <a:t>23-09-2023</a:t>
            </a:fld>
            <a:endParaRPr lang="en-IN"/>
          </a:p>
        </p:txBody>
      </p:sp>
      <p:sp>
        <p:nvSpPr>
          <p:cNvPr id="5" name="Footer Placeholder 4"/>
          <p:cNvSpPr>
            <a:spLocks noGrp="1"/>
          </p:cNvSpPr>
          <p:nvPr>
            <p:ph type="ftr" sz="quarter" idx="11"/>
          </p:nvPr>
        </p:nvSpPr>
        <p:spPr/>
        <p:txBody>
          <a:bodyPr/>
          <a:lstStyle/>
          <a:p>
            <a:r>
              <a:rPr lang="en-IN" smtClean="0"/>
              <a:t>#The Sarathi</a:t>
            </a:r>
            <a:endParaRPr lang="en-IN"/>
          </a:p>
        </p:txBody>
      </p:sp>
      <p:sp>
        <p:nvSpPr>
          <p:cNvPr id="6" name="Slide Number Placeholder 5"/>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2083110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3B7B5C9-C8EA-4FD8-BB79-FB3F9C5BB653}" type="datetime1">
              <a:rPr lang="en-IN" smtClean="0"/>
              <a:t>23-09-2023</a:t>
            </a:fld>
            <a:endParaRPr lang="en-IN"/>
          </a:p>
        </p:txBody>
      </p:sp>
      <p:sp>
        <p:nvSpPr>
          <p:cNvPr id="6" name="Footer Placeholder 5"/>
          <p:cNvSpPr>
            <a:spLocks noGrp="1"/>
          </p:cNvSpPr>
          <p:nvPr>
            <p:ph type="ftr" sz="quarter" idx="11"/>
          </p:nvPr>
        </p:nvSpPr>
        <p:spPr/>
        <p:txBody>
          <a:bodyPr/>
          <a:lstStyle/>
          <a:p>
            <a:r>
              <a:rPr lang="en-IN" smtClean="0"/>
              <a:t>#The Sarathi</a:t>
            </a:r>
            <a:endParaRPr lang="en-IN"/>
          </a:p>
        </p:txBody>
      </p:sp>
      <p:sp>
        <p:nvSpPr>
          <p:cNvPr id="7" name="Slide Number Placeholder 6"/>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684069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19457FD-2A86-4043-A5F9-587FCDA04371}" type="datetime1">
              <a:rPr lang="en-IN" smtClean="0"/>
              <a:t>23-09-2023</a:t>
            </a:fld>
            <a:endParaRPr lang="en-IN"/>
          </a:p>
        </p:txBody>
      </p:sp>
      <p:sp>
        <p:nvSpPr>
          <p:cNvPr id="8" name="Footer Placeholder 7"/>
          <p:cNvSpPr>
            <a:spLocks noGrp="1"/>
          </p:cNvSpPr>
          <p:nvPr>
            <p:ph type="ftr" sz="quarter" idx="11"/>
          </p:nvPr>
        </p:nvSpPr>
        <p:spPr/>
        <p:txBody>
          <a:bodyPr/>
          <a:lstStyle/>
          <a:p>
            <a:r>
              <a:rPr lang="en-IN" smtClean="0"/>
              <a:t>#The Sarathi</a:t>
            </a:r>
            <a:endParaRPr lang="en-IN"/>
          </a:p>
        </p:txBody>
      </p:sp>
      <p:sp>
        <p:nvSpPr>
          <p:cNvPr id="9" name="Slide Number Placeholder 8"/>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2790371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6D3FC23-9A67-4903-B81D-539D8E512F26}" type="datetime1">
              <a:rPr lang="en-IN" smtClean="0"/>
              <a:t>23-09-2023</a:t>
            </a:fld>
            <a:endParaRPr lang="en-IN"/>
          </a:p>
        </p:txBody>
      </p:sp>
      <p:sp>
        <p:nvSpPr>
          <p:cNvPr id="4" name="Footer Placeholder 3"/>
          <p:cNvSpPr>
            <a:spLocks noGrp="1"/>
          </p:cNvSpPr>
          <p:nvPr>
            <p:ph type="ftr" sz="quarter" idx="11"/>
          </p:nvPr>
        </p:nvSpPr>
        <p:spPr/>
        <p:txBody>
          <a:bodyPr/>
          <a:lstStyle/>
          <a:p>
            <a:r>
              <a:rPr lang="en-IN" smtClean="0"/>
              <a:t>#The Sarathi</a:t>
            </a:r>
            <a:endParaRPr lang="en-IN"/>
          </a:p>
        </p:txBody>
      </p:sp>
      <p:sp>
        <p:nvSpPr>
          <p:cNvPr id="5" name="Slide Number Placeholder 4"/>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3868587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0886DF-DF73-4935-B950-EF5F2F166329}" type="datetime1">
              <a:rPr lang="en-IN" smtClean="0"/>
              <a:t>23-09-2023</a:t>
            </a:fld>
            <a:endParaRPr lang="en-IN"/>
          </a:p>
        </p:txBody>
      </p:sp>
      <p:sp>
        <p:nvSpPr>
          <p:cNvPr id="3" name="Footer Placeholder 2"/>
          <p:cNvSpPr>
            <a:spLocks noGrp="1"/>
          </p:cNvSpPr>
          <p:nvPr>
            <p:ph type="ftr" sz="quarter" idx="11"/>
          </p:nvPr>
        </p:nvSpPr>
        <p:spPr/>
        <p:txBody>
          <a:bodyPr/>
          <a:lstStyle/>
          <a:p>
            <a:r>
              <a:rPr lang="en-IN" smtClean="0"/>
              <a:t>#The Sarathi</a:t>
            </a:r>
            <a:endParaRPr lang="en-IN"/>
          </a:p>
        </p:txBody>
      </p:sp>
      <p:sp>
        <p:nvSpPr>
          <p:cNvPr id="4" name="Slide Number Placeholder 3"/>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1823810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F1A81F5-FE14-48F5-88F6-493D77CC8F01}" type="datetime1">
              <a:rPr lang="en-IN" smtClean="0"/>
              <a:t>23-09-2023</a:t>
            </a:fld>
            <a:endParaRPr lang="en-IN"/>
          </a:p>
        </p:txBody>
      </p:sp>
      <p:sp>
        <p:nvSpPr>
          <p:cNvPr id="6" name="Footer Placeholder 5"/>
          <p:cNvSpPr>
            <a:spLocks noGrp="1"/>
          </p:cNvSpPr>
          <p:nvPr>
            <p:ph type="ftr" sz="quarter" idx="11"/>
          </p:nvPr>
        </p:nvSpPr>
        <p:spPr/>
        <p:txBody>
          <a:bodyPr/>
          <a:lstStyle/>
          <a:p>
            <a:r>
              <a:rPr lang="en-IN" smtClean="0"/>
              <a:t>#The Sarathi</a:t>
            </a:r>
            <a:endParaRPr lang="en-IN"/>
          </a:p>
        </p:txBody>
      </p:sp>
      <p:sp>
        <p:nvSpPr>
          <p:cNvPr id="7" name="Slide Number Placeholder 6"/>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3192887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C9DEB4A-0CD4-445C-9E85-27F505427E52}" type="datetime1">
              <a:rPr lang="en-IN" smtClean="0"/>
              <a:t>23-09-2023</a:t>
            </a:fld>
            <a:endParaRPr lang="en-IN"/>
          </a:p>
        </p:txBody>
      </p:sp>
      <p:sp>
        <p:nvSpPr>
          <p:cNvPr id="6" name="Footer Placeholder 5"/>
          <p:cNvSpPr>
            <a:spLocks noGrp="1"/>
          </p:cNvSpPr>
          <p:nvPr>
            <p:ph type="ftr" sz="quarter" idx="11"/>
          </p:nvPr>
        </p:nvSpPr>
        <p:spPr/>
        <p:txBody>
          <a:bodyPr/>
          <a:lstStyle/>
          <a:p>
            <a:r>
              <a:rPr lang="en-IN" smtClean="0"/>
              <a:t>#The Sarathi</a:t>
            </a:r>
            <a:endParaRPr lang="en-IN"/>
          </a:p>
        </p:txBody>
      </p:sp>
      <p:sp>
        <p:nvSpPr>
          <p:cNvPr id="7" name="Slide Number Placeholder 6"/>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1884581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F3B78E4-1763-4833-ADE0-7CD09934017A}" type="datetime1">
              <a:rPr lang="en-IN" smtClean="0"/>
              <a:t>23-09-2023</a:t>
            </a:fld>
            <a:endParaRPr lang="en-IN"/>
          </a:p>
        </p:txBody>
      </p:sp>
      <p:sp>
        <p:nvSpPr>
          <p:cNvPr id="6" name="Footer Placeholder 5"/>
          <p:cNvSpPr>
            <a:spLocks noGrp="1"/>
          </p:cNvSpPr>
          <p:nvPr>
            <p:ph type="ftr" sz="quarter" idx="11"/>
          </p:nvPr>
        </p:nvSpPr>
        <p:spPr/>
        <p:txBody>
          <a:bodyPr/>
          <a:lstStyle/>
          <a:p>
            <a:r>
              <a:rPr lang="en-IN" smtClean="0"/>
              <a:t>#The Sarathi</a:t>
            </a:r>
            <a:endParaRPr lang="en-IN"/>
          </a:p>
        </p:txBody>
      </p:sp>
      <p:sp>
        <p:nvSpPr>
          <p:cNvPr id="7" name="Slide Number Placeholder 6"/>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3724436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588DD7E-123F-494A-ADD1-AFDD1A4BE439}" type="datetime1">
              <a:rPr lang="en-IN" smtClean="0"/>
              <a:t>23-09-2023</a:t>
            </a:fld>
            <a:endParaRPr lang="en-IN"/>
          </a:p>
        </p:txBody>
      </p:sp>
      <p:sp>
        <p:nvSpPr>
          <p:cNvPr id="6" name="Footer Placeholder 5"/>
          <p:cNvSpPr>
            <a:spLocks noGrp="1"/>
          </p:cNvSpPr>
          <p:nvPr>
            <p:ph type="ftr" sz="quarter" idx="11"/>
          </p:nvPr>
        </p:nvSpPr>
        <p:spPr/>
        <p:txBody>
          <a:bodyPr/>
          <a:lstStyle/>
          <a:p>
            <a:r>
              <a:rPr lang="en-IN" smtClean="0"/>
              <a:t>#The Sarathi</a:t>
            </a:r>
            <a:endParaRPr lang="en-IN"/>
          </a:p>
        </p:txBody>
      </p:sp>
      <p:sp>
        <p:nvSpPr>
          <p:cNvPr id="7" name="Slide Number Placeholder 6"/>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3519635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82B81FF-67FF-4346-B65A-DB26AC696425}" type="datetime1">
              <a:rPr lang="en-IN" smtClean="0"/>
              <a:t>23-09-2023</a:t>
            </a:fld>
            <a:endParaRPr lang="en-IN"/>
          </a:p>
        </p:txBody>
      </p:sp>
      <p:sp>
        <p:nvSpPr>
          <p:cNvPr id="6" name="Footer Placeholder 5"/>
          <p:cNvSpPr>
            <a:spLocks noGrp="1"/>
          </p:cNvSpPr>
          <p:nvPr>
            <p:ph type="ftr" sz="quarter" idx="11"/>
          </p:nvPr>
        </p:nvSpPr>
        <p:spPr/>
        <p:txBody>
          <a:bodyPr/>
          <a:lstStyle/>
          <a:p>
            <a:r>
              <a:rPr lang="en-IN" smtClean="0"/>
              <a:t>#The Sarathi</a:t>
            </a:r>
            <a:endParaRPr lang="en-IN"/>
          </a:p>
        </p:txBody>
      </p:sp>
      <p:sp>
        <p:nvSpPr>
          <p:cNvPr id="7" name="Slide Number Placeholder 6"/>
          <p:cNvSpPr>
            <a:spLocks noGrp="1"/>
          </p:cNvSpPr>
          <p:nvPr>
            <p:ph type="sldNum" sz="quarter" idx="12"/>
          </p:nvPr>
        </p:nvSpPr>
        <p:spPr/>
        <p:txBody>
          <a:bodyPr/>
          <a:lstStyle/>
          <a:p>
            <a:fld id="{61983954-4A15-4168-A4D8-433FC1831E92}"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15363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D9FE1A4-7136-4DFF-8500-AC8C0266B015}" type="datetime1">
              <a:rPr lang="en-IN" smtClean="0"/>
              <a:t>23-09-2023</a:t>
            </a:fld>
            <a:endParaRPr lang="en-IN"/>
          </a:p>
        </p:txBody>
      </p:sp>
      <p:sp>
        <p:nvSpPr>
          <p:cNvPr id="6" name="Footer Placeholder 5"/>
          <p:cNvSpPr>
            <a:spLocks noGrp="1"/>
          </p:cNvSpPr>
          <p:nvPr>
            <p:ph type="ftr" sz="quarter" idx="11"/>
          </p:nvPr>
        </p:nvSpPr>
        <p:spPr/>
        <p:txBody>
          <a:bodyPr/>
          <a:lstStyle/>
          <a:p>
            <a:r>
              <a:rPr lang="en-IN" smtClean="0"/>
              <a:t>#The Sarathi</a:t>
            </a:r>
            <a:endParaRPr lang="en-IN"/>
          </a:p>
        </p:txBody>
      </p:sp>
      <p:sp>
        <p:nvSpPr>
          <p:cNvPr id="7" name="Slide Number Placeholder 6"/>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615326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263161F2-52AE-46D7-BE72-1D7221B518D6}" type="datetime1">
              <a:rPr lang="en-IN" smtClean="0"/>
              <a:t>23-09-2023</a:t>
            </a:fld>
            <a:endParaRPr lang="en-IN"/>
          </a:p>
        </p:txBody>
      </p:sp>
      <p:sp>
        <p:nvSpPr>
          <p:cNvPr id="4" name="Footer Placeholder 3"/>
          <p:cNvSpPr>
            <a:spLocks noGrp="1"/>
          </p:cNvSpPr>
          <p:nvPr>
            <p:ph type="ftr" sz="quarter" idx="11"/>
          </p:nvPr>
        </p:nvSpPr>
        <p:spPr/>
        <p:txBody>
          <a:bodyPr/>
          <a:lstStyle/>
          <a:p>
            <a:r>
              <a:rPr lang="en-IN" smtClean="0"/>
              <a:t>#The Sarathi</a:t>
            </a:r>
            <a:endParaRPr lang="en-IN"/>
          </a:p>
        </p:txBody>
      </p:sp>
      <p:sp>
        <p:nvSpPr>
          <p:cNvPr id="5" name="Slide Number Placeholder 4"/>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1896603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11C1A2B-9EFB-421C-BB86-B3F02CA2FD60}" type="datetime1">
              <a:rPr lang="en-IN" smtClean="0"/>
              <a:t>23-09-2023</a:t>
            </a:fld>
            <a:endParaRPr lang="en-IN"/>
          </a:p>
        </p:txBody>
      </p:sp>
      <p:sp>
        <p:nvSpPr>
          <p:cNvPr id="4" name="Footer Placeholder 3"/>
          <p:cNvSpPr>
            <a:spLocks noGrp="1"/>
          </p:cNvSpPr>
          <p:nvPr>
            <p:ph type="ftr" sz="quarter" idx="11"/>
          </p:nvPr>
        </p:nvSpPr>
        <p:spPr/>
        <p:txBody>
          <a:bodyPr/>
          <a:lstStyle/>
          <a:p>
            <a:r>
              <a:rPr lang="en-IN" smtClean="0"/>
              <a:t>#The Sarathi</a:t>
            </a:r>
            <a:endParaRPr lang="en-IN"/>
          </a:p>
        </p:txBody>
      </p:sp>
      <p:sp>
        <p:nvSpPr>
          <p:cNvPr id="5" name="Slide Number Placeholder 4"/>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3073225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F9A9989-6124-41DD-85F3-6FCFEFD463A7}" type="datetime1">
              <a:rPr lang="en-IN" smtClean="0"/>
              <a:t>23-09-2023</a:t>
            </a:fld>
            <a:endParaRPr lang="en-IN"/>
          </a:p>
        </p:txBody>
      </p:sp>
      <p:sp>
        <p:nvSpPr>
          <p:cNvPr id="5" name="Footer Placeholder 4"/>
          <p:cNvSpPr>
            <a:spLocks noGrp="1"/>
          </p:cNvSpPr>
          <p:nvPr>
            <p:ph type="ftr" sz="quarter" idx="11"/>
          </p:nvPr>
        </p:nvSpPr>
        <p:spPr/>
        <p:txBody>
          <a:bodyPr/>
          <a:lstStyle/>
          <a:p>
            <a:r>
              <a:rPr lang="en-IN" smtClean="0"/>
              <a:t>#The Sarathi</a:t>
            </a:r>
            <a:endParaRPr lang="en-IN"/>
          </a:p>
        </p:txBody>
      </p:sp>
      <p:sp>
        <p:nvSpPr>
          <p:cNvPr id="6" name="Slide Number Placeholder 5"/>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3873184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0631D27-0F2C-4BA7-BFE4-E0D5F011EE53}" type="datetime1">
              <a:rPr lang="en-IN" smtClean="0"/>
              <a:t>23-09-2023</a:t>
            </a:fld>
            <a:endParaRPr lang="en-IN"/>
          </a:p>
        </p:txBody>
      </p:sp>
      <p:sp>
        <p:nvSpPr>
          <p:cNvPr id="5" name="Footer Placeholder 4"/>
          <p:cNvSpPr>
            <a:spLocks noGrp="1"/>
          </p:cNvSpPr>
          <p:nvPr>
            <p:ph type="ftr" sz="quarter" idx="11"/>
          </p:nvPr>
        </p:nvSpPr>
        <p:spPr/>
        <p:txBody>
          <a:bodyPr/>
          <a:lstStyle/>
          <a:p>
            <a:r>
              <a:rPr lang="en-IN" smtClean="0"/>
              <a:t>#The Sarathi</a:t>
            </a:r>
            <a:endParaRPr lang="en-IN"/>
          </a:p>
        </p:txBody>
      </p:sp>
      <p:sp>
        <p:nvSpPr>
          <p:cNvPr id="6" name="Slide Number Placeholder 5"/>
          <p:cNvSpPr>
            <a:spLocks noGrp="1"/>
          </p:cNvSpPr>
          <p:nvPr>
            <p:ph type="sldNum" sz="quarter" idx="12"/>
          </p:nvPr>
        </p:nvSpPr>
        <p:spPr/>
        <p:txBody>
          <a:bodyPr/>
          <a:lstStyle/>
          <a:p>
            <a:fld id="{61983954-4A15-4168-A4D8-433FC1831E92}" type="slidenum">
              <a:rPr lang="en-IN" smtClean="0"/>
              <a:t>‹#›</a:t>
            </a:fld>
            <a:endParaRPr lang="en-IN"/>
          </a:p>
        </p:txBody>
      </p:sp>
    </p:spTree>
    <p:extLst>
      <p:ext uri="{BB962C8B-B14F-4D97-AF65-F5344CB8AC3E}">
        <p14:creationId xmlns:p14="http://schemas.microsoft.com/office/powerpoint/2010/main" val="308051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64B70CC-C9D8-4645-94E4-C8D4BEB9B858}" type="datetime1">
              <a:rPr lang="en-IN" smtClean="0"/>
              <a:t>23-09-2023</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r>
              <a:rPr lang="en-IN" smtClean="0"/>
              <a:t>#The Sarathi</a:t>
            </a:r>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61983954-4A15-4168-A4D8-433FC1831E92}" type="slidenum">
              <a:rPr lang="en-IN" smtClean="0"/>
              <a:t>‹#›</a:t>
            </a:fld>
            <a:endParaRPr lang="en-IN"/>
          </a:p>
        </p:txBody>
      </p:sp>
    </p:spTree>
    <p:extLst>
      <p:ext uri="{BB962C8B-B14F-4D97-AF65-F5344CB8AC3E}">
        <p14:creationId xmlns:p14="http://schemas.microsoft.com/office/powerpoint/2010/main" val="389133381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hf hd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0.jfif"/><Relationship Id="rId4" Type="http://schemas.openxmlformats.org/officeDocument/2006/relationships/image" Target="../media/image9.jfif"/></Relationships>
</file>

<file path=ppt/slides/_rels/slide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jfif"/><Relationship Id="rId2" Type="http://schemas.openxmlformats.org/officeDocument/2006/relationships/image" Target="../media/image12.jf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jf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jfi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28938" y="1714500"/>
            <a:ext cx="6100762" cy="3108543"/>
          </a:xfrm>
          <a:prstGeom prst="rect">
            <a:avLst/>
          </a:prstGeom>
          <a:noFill/>
        </p:spPr>
        <p:txBody>
          <a:bodyPr wrap="square" lIns="91440" tIns="45720" rIns="91440" bIns="45720">
            <a:spAutoFit/>
          </a:bodyPr>
          <a:lstStyle/>
          <a:p>
            <a:pPr algn="ctr"/>
            <a:endParaRPr lang="en-US" sz="8800" b="1" cap="none" spc="50" dirty="0" smtClean="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5656" cy="6858000"/>
          </a:xfrm>
          <a:prstGeom prst="rect">
            <a:avLst/>
          </a:prstGeom>
        </p:spPr>
      </p:pic>
      <p:sp>
        <p:nvSpPr>
          <p:cNvPr id="5" name="Rectangle 4"/>
          <p:cNvSpPr/>
          <p:nvPr/>
        </p:nvSpPr>
        <p:spPr>
          <a:xfrm>
            <a:off x="5750719" y="-320458"/>
            <a:ext cx="5613246" cy="2862322"/>
          </a:xfrm>
          <a:prstGeom prst="rect">
            <a:avLst/>
          </a:prstGeom>
          <a:noFill/>
        </p:spPr>
        <p:txBody>
          <a:bodyPr wrap="square" lIns="91440" tIns="45720" rIns="91440" bIns="45720">
            <a:spAutoFit/>
          </a:bodyPr>
          <a:lstStyle/>
          <a:p>
            <a:pPr algn="ctr"/>
            <a:r>
              <a:rPr lang="en-US" sz="9000" b="1" dirty="0" smtClean="0">
                <a:ln w="13462">
                  <a:solidFill>
                    <a:schemeClr val="bg1"/>
                  </a:solidFill>
                  <a:prstDash val="solid"/>
                </a:ln>
                <a:solidFill>
                  <a:srgbClr val="FFFF00"/>
                </a:solidFill>
                <a:effectLst>
                  <a:outerShdw dist="38100" dir="2700000" algn="bl" rotWithShape="0">
                    <a:schemeClr val="accent5"/>
                  </a:outerShdw>
                  <a:reflection blurRad="6350" stA="55000" endA="300" endPos="45500" dir="5400000" sy="-100000" algn="bl" rotWithShape="0"/>
                </a:effectLst>
              </a:rPr>
              <a:t>THE </a:t>
            </a:r>
          </a:p>
          <a:p>
            <a:pPr algn="ctr"/>
            <a:r>
              <a:rPr lang="en-US" sz="9000" b="1" dirty="0" smtClean="0">
                <a:ln w="13462">
                  <a:solidFill>
                    <a:schemeClr val="bg1"/>
                  </a:solidFill>
                  <a:prstDash val="solid"/>
                </a:ln>
                <a:solidFill>
                  <a:srgbClr val="FFFF00"/>
                </a:solidFill>
                <a:effectLst>
                  <a:outerShdw dist="38100" dir="2700000" algn="bl" rotWithShape="0">
                    <a:schemeClr val="accent5"/>
                  </a:outerShdw>
                  <a:reflection blurRad="6350" stA="55000" endA="300" endPos="45500" dir="5400000" sy="-100000" algn="bl" rotWithShape="0"/>
                </a:effectLst>
              </a:rPr>
              <a:t>SARATHI</a:t>
            </a:r>
            <a:endParaRPr lang="en-US" sz="9000" b="1" dirty="0">
              <a:ln w="13462">
                <a:solidFill>
                  <a:schemeClr val="bg1"/>
                </a:solidFill>
                <a:prstDash val="solid"/>
              </a:ln>
              <a:solidFill>
                <a:srgbClr val="FFFF00"/>
              </a:solidFill>
              <a:effectLst>
                <a:outerShdw dist="38100" dir="2700000" algn="bl" rotWithShape="0">
                  <a:schemeClr val="accent5"/>
                </a:outerShdw>
                <a:reflection blurRad="6350" stA="55000" endA="300" endPos="45500" dir="5400000" sy="-100000" algn="bl" rotWithShape="0"/>
              </a:effectLst>
            </a:endParaRPr>
          </a:p>
        </p:txBody>
      </p:sp>
      <p:sp>
        <p:nvSpPr>
          <p:cNvPr id="6" name="Slide Number Placeholder 5"/>
          <p:cNvSpPr>
            <a:spLocks noGrp="1"/>
          </p:cNvSpPr>
          <p:nvPr>
            <p:ph type="sldNum" sz="quarter" idx="12"/>
          </p:nvPr>
        </p:nvSpPr>
        <p:spPr/>
        <p:txBody>
          <a:bodyPr/>
          <a:lstStyle/>
          <a:p>
            <a:fld id="{61983954-4A15-4168-A4D8-433FC1831E92}" type="slidenum">
              <a:rPr lang="en-IN" smtClean="0"/>
              <a:t>1</a:t>
            </a:fld>
            <a:endParaRPr lang="en-IN"/>
          </a:p>
        </p:txBody>
      </p:sp>
    </p:spTree>
    <p:extLst>
      <p:ext uri="{BB962C8B-B14F-4D97-AF65-F5344CB8AC3E}">
        <p14:creationId xmlns:p14="http://schemas.microsoft.com/office/powerpoint/2010/main" val="4078302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
                                        </p:tgtEl>
                                        <p:attrNameLst>
                                          <p:attrName>ppt_y</p:attrName>
                                        </p:attrNameLst>
                                      </p:cBhvr>
                                      <p:tavLst>
                                        <p:tav tm="0">
                                          <p:val>
                                            <p:strVal val="#ppt_y"/>
                                          </p:val>
                                        </p:tav>
                                        <p:tav tm="100000">
                                          <p:val>
                                            <p:strVal val="#ppt_y"/>
                                          </p:val>
                                        </p:tav>
                                      </p:tavLst>
                                    </p:anim>
                                    <p:anim calcmode="lin" valueType="num">
                                      <p:cBhvr>
                                        <p:cTn id="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61184" y="162618"/>
            <a:ext cx="4436270" cy="310376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prstMaterial="matte">
            <a:bevelT w="95250" h="31750"/>
            <a:contourClr>
              <a:srgbClr val="333333"/>
            </a:contourClr>
          </a:sp3d>
        </p:spPr>
      </p:pic>
      <p:sp>
        <p:nvSpPr>
          <p:cNvPr id="4" name="Rectangle 3"/>
          <p:cNvSpPr/>
          <p:nvPr/>
        </p:nvSpPr>
        <p:spPr>
          <a:xfrm>
            <a:off x="2928938" y="1714500"/>
            <a:ext cx="6100762" cy="3108543"/>
          </a:xfrm>
          <a:prstGeom prst="rect">
            <a:avLst/>
          </a:prstGeom>
          <a:noFill/>
        </p:spPr>
        <p:txBody>
          <a:bodyPr wrap="square" lIns="91440" tIns="45720" rIns="91440" bIns="45720">
            <a:spAutoFit/>
          </a:bodyPr>
          <a:lstStyle/>
          <a:p>
            <a:pPr algn="ctr"/>
            <a:endParaRPr lang="en-US" sz="8800" b="1" cap="none" spc="50" dirty="0" smtClean="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8" name="Rectangle 7"/>
          <p:cNvSpPr/>
          <p:nvPr/>
        </p:nvSpPr>
        <p:spPr>
          <a:xfrm>
            <a:off x="1061863" y="3789602"/>
            <a:ext cx="10172978" cy="2585323"/>
          </a:xfrm>
          <a:prstGeom prst="rect">
            <a:avLst/>
          </a:prstGeom>
          <a:solidFill>
            <a:srgbClr val="106889"/>
          </a:solidFill>
          <a:scene3d>
            <a:camera prst="orthographicFront"/>
            <a:lightRig rig="threePt" dir="t"/>
          </a:scene3d>
          <a:sp3d prstMaterial="legacyWireframe"/>
        </p:spPr>
        <p:txBody>
          <a:bodyPr wrap="none" lIns="91440" tIns="45720" rIns="91440" bIns="45720">
            <a:spAutoFit/>
          </a:bodyPr>
          <a:lstStyle/>
          <a:p>
            <a:pPr algn="ctr"/>
            <a:r>
              <a:rPr lang="en-US" sz="5400" b="1" dirty="0" smtClean="0">
                <a:ln w="9525">
                  <a:solidFill>
                    <a:schemeClr val="bg1"/>
                  </a:solidFill>
                  <a:prstDash val="solid"/>
                </a:ln>
                <a:effectLst>
                  <a:outerShdw blurRad="12700" dist="38100" dir="2700000" algn="tl" rotWithShape="0">
                    <a:schemeClr val="bg1">
                      <a:lumMod val="50000"/>
                    </a:schemeClr>
                  </a:outerShdw>
                </a:effectLst>
                <a:latin typeface="Forte" panose="03060902040502070203" pitchFamily="66" charset="0"/>
              </a:rPr>
              <a:t>OFFER</a:t>
            </a:r>
            <a:r>
              <a:rPr lang="en-US" sz="5400" b="1" dirty="0" smtClean="0">
                <a:ln w="9525">
                  <a:solidFill>
                    <a:schemeClr val="bg1"/>
                  </a:solidFill>
                  <a:prstDash val="solid"/>
                </a:ln>
                <a:effectLst>
                  <a:outerShdw blurRad="12700" dist="38100" dir="2700000" algn="tl" rotWithShape="0">
                    <a:schemeClr val="bg1">
                      <a:lumMod val="50000"/>
                    </a:schemeClr>
                  </a:outerShdw>
                </a:effectLst>
                <a:latin typeface="Arial Rounded MT Bold" panose="020F0704030504030204" pitchFamily="34" charset="0"/>
              </a:rPr>
              <a:t>I</a:t>
            </a:r>
            <a:r>
              <a:rPr lang="en-US" sz="5400" b="1" dirty="0" smtClean="0">
                <a:ln w="9525">
                  <a:solidFill>
                    <a:schemeClr val="bg1"/>
                  </a:solidFill>
                  <a:prstDash val="solid"/>
                </a:ln>
                <a:effectLst>
                  <a:outerShdw blurRad="12700" dist="38100" dir="2700000" algn="tl" rotWithShape="0">
                    <a:schemeClr val="bg1">
                      <a:lumMod val="50000"/>
                    </a:schemeClr>
                  </a:outerShdw>
                </a:effectLst>
                <a:latin typeface="Forte" panose="03060902040502070203" pitchFamily="66" charset="0"/>
              </a:rPr>
              <a:t>NG OUR </a:t>
            </a:r>
          </a:p>
          <a:p>
            <a:pPr algn="ctr"/>
            <a:r>
              <a:rPr lang="en-US" sz="5400" b="1" dirty="0" smtClean="0">
                <a:ln w="9525">
                  <a:solidFill>
                    <a:schemeClr val="bg1"/>
                  </a:solidFill>
                  <a:prstDash val="solid"/>
                </a:ln>
                <a:effectLst>
                  <a:outerShdw blurRad="12700" dist="38100" dir="2700000" algn="tl" rotWithShape="0">
                    <a:schemeClr val="bg1">
                      <a:lumMod val="50000"/>
                    </a:schemeClr>
                  </a:outerShdw>
                </a:effectLst>
                <a:latin typeface="Forte" panose="03060902040502070203" pitchFamily="66" charset="0"/>
              </a:rPr>
              <a:t>COLLECT</a:t>
            </a:r>
            <a:r>
              <a:rPr lang="en-US" sz="5400" b="1" dirty="0" smtClean="0">
                <a:ln w="9525">
                  <a:solidFill>
                    <a:schemeClr val="bg1"/>
                  </a:solidFill>
                  <a:prstDash val="solid"/>
                </a:ln>
                <a:effectLst>
                  <a:outerShdw blurRad="12700" dist="38100" dir="2700000" algn="tl" rotWithShape="0">
                    <a:schemeClr val="bg1">
                      <a:lumMod val="50000"/>
                    </a:schemeClr>
                  </a:outerShdw>
                </a:effectLst>
                <a:latin typeface="Arial Rounded MT Bold" panose="020F0704030504030204" pitchFamily="34" charset="0"/>
              </a:rPr>
              <a:t>I</a:t>
            </a:r>
            <a:r>
              <a:rPr lang="en-US" sz="5400" b="1" dirty="0" smtClean="0">
                <a:ln w="9525">
                  <a:solidFill>
                    <a:schemeClr val="bg1"/>
                  </a:solidFill>
                  <a:prstDash val="solid"/>
                </a:ln>
                <a:effectLst>
                  <a:outerShdw blurRad="12700" dist="38100" dir="2700000" algn="tl" rotWithShape="0">
                    <a:schemeClr val="bg1">
                      <a:lumMod val="50000"/>
                    </a:schemeClr>
                  </a:outerShdw>
                </a:effectLst>
                <a:latin typeface="Forte" panose="03060902040502070203" pitchFamily="66" charset="0"/>
              </a:rPr>
              <a:t>VE</a:t>
            </a:r>
          </a:p>
          <a:p>
            <a:pPr algn="ctr"/>
            <a:r>
              <a:rPr lang="en-US" sz="5400" b="1" dirty="0" smtClean="0">
                <a:ln w="9525">
                  <a:solidFill>
                    <a:schemeClr val="bg1"/>
                  </a:solidFill>
                  <a:prstDash val="solid"/>
                </a:ln>
                <a:effectLst>
                  <a:outerShdw blurRad="12700" dist="38100" dir="2700000" algn="tl" rotWithShape="0">
                    <a:schemeClr val="bg1">
                      <a:lumMod val="50000"/>
                    </a:schemeClr>
                  </a:outerShdw>
                </a:effectLst>
                <a:latin typeface="Forte" panose="03060902040502070203" pitchFamily="66" charset="0"/>
              </a:rPr>
              <a:t>PRANAMS AT THY... LOTUS FEET </a:t>
            </a:r>
            <a:endParaRPr lang="en-US" sz="5400" b="1" cap="none" spc="0" dirty="0">
              <a:ln w="6600">
                <a:solidFill>
                  <a:schemeClr val="accent2"/>
                </a:solidFill>
                <a:prstDash val="solid"/>
              </a:ln>
              <a:solidFill>
                <a:srgbClr val="FFFFFF"/>
              </a:solidFill>
              <a:effectLst>
                <a:outerShdw dist="38100" dir="2700000" algn="tl" rotWithShape="0">
                  <a:schemeClr val="accent2"/>
                </a:outerShdw>
              </a:effectLst>
              <a:latin typeface="Forte" panose="03060902040502070203" pitchFamily="66" charset="0"/>
            </a:endParaRPr>
          </a:p>
        </p:txBody>
      </p:sp>
      <p:sp>
        <p:nvSpPr>
          <p:cNvPr id="2" name="Footer Placeholder 1"/>
          <p:cNvSpPr>
            <a:spLocks noGrp="1"/>
          </p:cNvSpPr>
          <p:nvPr>
            <p:ph type="ftr" sz="quarter" idx="11"/>
          </p:nvPr>
        </p:nvSpPr>
        <p:spPr>
          <a:xfrm>
            <a:off x="156558" y="6461125"/>
            <a:ext cx="6672865" cy="365125"/>
          </a:xfrm>
        </p:spPr>
        <p:txBody>
          <a:bodyPr/>
          <a:lstStyle/>
          <a:p>
            <a:r>
              <a:rPr lang="en-IN" dirty="0" smtClean="0"/>
              <a:t>#The </a:t>
            </a:r>
            <a:r>
              <a:rPr lang="en-IN" dirty="0" err="1" smtClean="0"/>
              <a:t>Sarathi</a:t>
            </a:r>
            <a:endParaRPr lang="en-IN" dirty="0"/>
          </a:p>
        </p:txBody>
      </p:sp>
      <p:sp>
        <p:nvSpPr>
          <p:cNvPr id="3" name="Slide Number Placeholder 2"/>
          <p:cNvSpPr>
            <a:spLocks noGrp="1"/>
          </p:cNvSpPr>
          <p:nvPr>
            <p:ph type="sldNum" sz="quarter" idx="12"/>
          </p:nvPr>
        </p:nvSpPr>
        <p:spPr>
          <a:xfrm>
            <a:off x="11234841" y="6461125"/>
            <a:ext cx="753545" cy="365125"/>
          </a:xfrm>
        </p:spPr>
        <p:txBody>
          <a:bodyPr/>
          <a:lstStyle/>
          <a:p>
            <a:fld id="{61983954-4A15-4168-A4D8-433FC1831E92}" type="slidenum">
              <a:rPr lang="en-IN" smtClean="0"/>
              <a:t>2</a:t>
            </a:fld>
            <a:endParaRPr lang="en-IN" dirty="0"/>
          </a:p>
        </p:txBody>
      </p:sp>
    </p:spTree>
    <p:extLst>
      <p:ext uri="{BB962C8B-B14F-4D97-AF65-F5344CB8AC3E}">
        <p14:creationId xmlns:p14="http://schemas.microsoft.com/office/powerpoint/2010/main" val="39009252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BEBA8EAE-BF5A-486C-A8C5-ECC9F3942E4B}">
                <a14:imgProps xmlns:a14="http://schemas.microsoft.com/office/drawing/2010/main">
                  <a14:imgLayer r:embed="rId3">
                    <a14:imgEffect>
                      <a14:brightnessContrast bright="-7000" contrast="-5000"/>
                    </a14:imgEffect>
                  </a14:imgLayer>
                </a14:imgProps>
              </a:ext>
              <a:ext uri="{28A0092B-C50C-407E-A947-70E740481C1C}">
                <a14:useLocalDpi xmlns:a14="http://schemas.microsoft.com/office/drawing/2010/main" val="0"/>
              </a:ext>
            </a:extLst>
          </a:blip>
          <a:stretch>
            <a:fillRect/>
          </a:stretch>
        </p:blipFill>
        <p:spPr>
          <a:xfrm>
            <a:off x="3483546" y="1687643"/>
            <a:ext cx="5560368" cy="3681281"/>
          </a:xfrm>
          <a:prstGeom prst="ellipse">
            <a:avLst/>
          </a:prstGeom>
          <a:pattFill prst="pct5">
            <a:fgClr>
              <a:schemeClr val="accent1"/>
            </a:fgClr>
            <a:bgClr>
              <a:schemeClr val="bg1"/>
            </a:bgClr>
          </a:pattFill>
          <a:ln>
            <a:noFill/>
          </a:ln>
          <a:effectLst>
            <a:glow rad="25400">
              <a:schemeClr val="accent1">
                <a:lumMod val="60000"/>
                <a:lumOff val="40000"/>
                <a:alpha val="87000"/>
              </a:schemeClr>
            </a:glow>
            <a:outerShdw blurRad="50800" dist="50800" dir="5400000" algn="ctr" rotWithShape="0">
              <a:srgbClr val="000000">
                <a:alpha val="0"/>
              </a:srgbClr>
            </a:outerShdw>
            <a:softEdge rad="112500"/>
          </a:effectLst>
        </p:spPr>
      </p:pic>
      <p:sp>
        <p:nvSpPr>
          <p:cNvPr id="4" name="Rectangle 3"/>
          <p:cNvSpPr/>
          <p:nvPr/>
        </p:nvSpPr>
        <p:spPr>
          <a:xfrm>
            <a:off x="2928938" y="1714500"/>
            <a:ext cx="6100762" cy="3108543"/>
          </a:xfrm>
          <a:prstGeom prst="rect">
            <a:avLst/>
          </a:prstGeom>
          <a:noFill/>
        </p:spPr>
        <p:txBody>
          <a:bodyPr wrap="square" lIns="91440" tIns="45720" rIns="91440" bIns="45720">
            <a:spAutoFit/>
          </a:bodyPr>
          <a:lstStyle/>
          <a:p>
            <a:pPr algn="ctr"/>
            <a:endParaRPr lang="en-US" sz="8800" b="1" cap="none" spc="50" dirty="0" smtClean="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25013" y="295275"/>
            <a:ext cx="2566987" cy="4583906"/>
          </a:xfrm>
          <a:prstGeom prst="rect">
            <a:avLst/>
          </a:prstGeom>
          <a:ln>
            <a:noFill/>
          </a:ln>
          <a:effectLst>
            <a:glow rad="127000">
              <a:schemeClr val="accent1">
                <a:lumMod val="60000"/>
                <a:lumOff val="40000"/>
              </a:schemeClr>
            </a:glow>
            <a:reflection blurRad="12700" stA="30000" endPos="30000" dist="5000" dir="5400000" sy="-100000" algn="bl" rotWithShape="0"/>
          </a:effectLst>
          <a:scene3d>
            <a:camera prst="perspectiveContrastingLeftFacing" fov="2100000">
              <a:rot lat="102493" lon="2404207" rev="21581989"/>
            </a:camera>
            <a:lightRig rig="threePt" dir="t">
              <a:rot lat="0" lon="0" rev="2700000"/>
            </a:lightRig>
          </a:scene3d>
          <a:sp3d>
            <a:bevelT w="63500" h="50800"/>
          </a:sp3d>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3933" y="295275"/>
            <a:ext cx="2544030" cy="4527768"/>
          </a:xfrm>
          <a:prstGeom prst="rect">
            <a:avLst/>
          </a:prstGeom>
          <a:ln>
            <a:noFill/>
          </a:ln>
          <a:effectLst>
            <a:glow rad="127000">
              <a:schemeClr val="accent1">
                <a:lumMod val="60000"/>
                <a:lumOff val="40000"/>
              </a:schemeClr>
            </a:glow>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5" name="Rectangle 4"/>
          <p:cNvSpPr/>
          <p:nvPr/>
        </p:nvSpPr>
        <p:spPr>
          <a:xfrm>
            <a:off x="2428888" y="329505"/>
            <a:ext cx="7515199" cy="1384995"/>
          </a:xfrm>
          <a:prstGeom prst="rect">
            <a:avLst/>
          </a:prstGeom>
          <a:noFill/>
          <a:effectLst>
            <a:glow rad="127000">
              <a:srgbClr val="FFFF00"/>
            </a:glow>
          </a:effectLst>
        </p:spPr>
        <p:txBody>
          <a:bodyPr wrap="none" lIns="91440" tIns="45720" rIns="91440" bIns="45720">
            <a:spAutoFit/>
          </a:bodyPr>
          <a:lstStyle/>
          <a:p>
            <a:pPr algn="ctr"/>
            <a:r>
              <a:rPr lang="en-US" sz="2800" b="1" cap="none" spc="0" dirty="0" smtClean="0">
                <a:ln w="12700">
                  <a:solidFill>
                    <a:schemeClr val="tx2">
                      <a:lumMod val="75000"/>
                    </a:schemeClr>
                  </a:solidFill>
                  <a:prstDash val="solid"/>
                </a:ln>
                <a:effectLst>
                  <a:outerShdw dist="38100" dir="2640000" algn="bl" rotWithShape="0">
                    <a:schemeClr val="tx2">
                      <a:lumMod val="75000"/>
                    </a:schemeClr>
                  </a:outerShdw>
                </a:effectLst>
                <a:latin typeface="Bradley Hand ITC" panose="03070402050302030203" pitchFamily="66" charset="0"/>
              </a:rPr>
              <a:t>RAMA BUILT </a:t>
            </a:r>
            <a:r>
              <a:rPr lang="en-US" sz="2800" b="1" cap="none" spc="0" dirty="0" smtClean="0">
                <a:ln w="12700">
                  <a:solidFill>
                    <a:schemeClr val="tx2">
                      <a:lumMod val="75000"/>
                    </a:schemeClr>
                  </a:solidFill>
                  <a:prstDash val="solid"/>
                </a:ln>
                <a:solidFill>
                  <a:srgbClr val="FF9900"/>
                </a:solidFill>
                <a:effectLst>
                  <a:glow rad="139700">
                    <a:srgbClr val="FFFF00"/>
                  </a:glow>
                  <a:outerShdw dist="38100" dir="2640000" algn="bl" rotWithShape="0">
                    <a:schemeClr val="tx2">
                      <a:lumMod val="75000"/>
                    </a:schemeClr>
                  </a:outerShdw>
                </a:effectLst>
                <a:latin typeface="Bradley Hand ITC" panose="03070402050302030203" pitchFamily="66" charset="0"/>
              </a:rPr>
              <a:t>VARADHI</a:t>
            </a:r>
          </a:p>
          <a:p>
            <a:pPr algn="ctr"/>
            <a:r>
              <a:rPr lang="en-US" sz="2800" b="1" dirty="0" smtClean="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Bradley Hand ITC" panose="03070402050302030203" pitchFamily="66" charset="0"/>
              </a:rPr>
              <a:t>KRISHNA BEEN </a:t>
            </a:r>
            <a:r>
              <a:rPr lang="en-US" sz="2800" b="1" dirty="0" smtClean="0">
                <a:ln w="12700">
                  <a:solidFill>
                    <a:schemeClr val="tx2">
                      <a:lumMod val="75000"/>
                    </a:schemeClr>
                  </a:solidFill>
                  <a:prstDash val="solid"/>
                </a:ln>
                <a:pattFill prst="dkUpDiag">
                  <a:fgClr>
                    <a:schemeClr val="tx2"/>
                  </a:fgClr>
                  <a:bgClr>
                    <a:schemeClr val="tx2">
                      <a:lumMod val="20000"/>
                      <a:lumOff val="80000"/>
                    </a:schemeClr>
                  </a:bgClr>
                </a:pattFill>
                <a:effectLst>
                  <a:glow rad="139700">
                    <a:srgbClr val="FFFF00"/>
                  </a:glow>
                  <a:outerShdw dist="38100" dir="2640000" algn="bl" rotWithShape="0">
                    <a:schemeClr val="tx2">
                      <a:lumMod val="75000"/>
                    </a:schemeClr>
                  </a:outerShdw>
                </a:effectLst>
                <a:latin typeface="Bradley Hand ITC" panose="03070402050302030203" pitchFamily="66" charset="0"/>
              </a:rPr>
              <a:t>SARATHI</a:t>
            </a:r>
          </a:p>
          <a:p>
            <a:pPr algn="ctr"/>
            <a:r>
              <a:rPr lang="en-US" sz="2800" b="1" cap="none" spc="0" dirty="0" smtClean="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Bradley Hand ITC" panose="03070402050302030203" pitchFamily="66" charset="0"/>
              </a:rPr>
              <a:t>SAI STARTED THIS </a:t>
            </a:r>
            <a:r>
              <a:rPr lang="en-US" sz="2800" b="1" cap="none" spc="0" dirty="0" smtClean="0">
                <a:ln w="12700">
                  <a:solidFill>
                    <a:schemeClr val="tx2">
                      <a:lumMod val="75000"/>
                    </a:schemeClr>
                  </a:solidFill>
                  <a:prstDash val="solid"/>
                </a:ln>
                <a:pattFill prst="dkUpDiag">
                  <a:fgClr>
                    <a:schemeClr val="tx2"/>
                  </a:fgClr>
                  <a:bgClr>
                    <a:schemeClr val="tx2">
                      <a:lumMod val="20000"/>
                      <a:lumOff val="80000"/>
                    </a:schemeClr>
                  </a:bgClr>
                </a:pattFill>
                <a:effectLst>
                  <a:glow rad="139700">
                    <a:srgbClr val="FFFF00"/>
                  </a:glow>
                  <a:outerShdw dist="38100" dir="2640000" algn="bl" rotWithShape="0">
                    <a:schemeClr val="tx2">
                      <a:lumMod val="75000"/>
                    </a:schemeClr>
                  </a:outerShdw>
                </a:effectLst>
                <a:latin typeface="Bradley Hand ITC" panose="03070402050302030203" pitchFamily="66" charset="0"/>
              </a:rPr>
              <a:t>SANATHANA SARATHI</a:t>
            </a:r>
            <a:endParaRPr lang="en-US" sz="2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glow rad="139700">
                  <a:srgbClr val="FFFF00"/>
                </a:glow>
                <a:outerShdw dist="38100" dir="2640000" algn="bl" rotWithShape="0">
                  <a:schemeClr val="tx2">
                    <a:lumMod val="75000"/>
                  </a:schemeClr>
                </a:outerShdw>
              </a:effectLst>
              <a:latin typeface="Bradley Hand ITC" panose="03070402050302030203" pitchFamily="66" charset="0"/>
            </a:endParaRPr>
          </a:p>
        </p:txBody>
      </p:sp>
      <p:sp>
        <p:nvSpPr>
          <p:cNvPr id="8" name="TextBox 7"/>
          <p:cNvSpPr txBox="1"/>
          <p:nvPr/>
        </p:nvSpPr>
        <p:spPr>
          <a:xfrm>
            <a:off x="846535" y="5368924"/>
            <a:ext cx="10679906" cy="1323439"/>
          </a:xfrm>
          <a:prstGeom prst="rect">
            <a:avLst/>
          </a:prstGeom>
          <a:noFill/>
        </p:spPr>
        <p:txBody>
          <a:bodyPr wrap="square" rtlCol="0">
            <a:spAutoFit/>
          </a:bodyPr>
          <a:lstStyle/>
          <a:p>
            <a:r>
              <a:rPr lang="en-GB" sz="2000" b="1" dirty="0" smtClean="0">
                <a:solidFill>
                  <a:srgbClr val="002060"/>
                </a:solidFill>
                <a:latin typeface="Bahnschrift" panose="020B0502040204020203" pitchFamily="34" charset="0"/>
              </a:rPr>
              <a:t>                   </a:t>
            </a:r>
            <a:r>
              <a:rPr lang="en-GB" sz="2000" b="1" dirty="0" smtClean="0">
                <a:solidFill>
                  <a:srgbClr val="CA7759"/>
                </a:solidFill>
                <a:latin typeface="Bahnschrift" panose="020B0502040204020203" pitchFamily="34" charset="0"/>
              </a:rPr>
              <a:t>Bhagawan</a:t>
            </a:r>
            <a:r>
              <a:rPr lang="en-GB" sz="2000" dirty="0" smtClean="0">
                <a:solidFill>
                  <a:srgbClr val="CA7759"/>
                </a:solidFill>
                <a:latin typeface="Bahnschrift" panose="020B0502040204020203" pitchFamily="34" charset="0"/>
              </a:rPr>
              <a:t> baba started “</a:t>
            </a:r>
            <a:r>
              <a:rPr lang="en-GB" sz="2000" b="1" dirty="0" smtClean="0">
                <a:solidFill>
                  <a:srgbClr val="CA7759"/>
                </a:solidFill>
                <a:latin typeface="Bahnschrift" panose="020B0502040204020203" pitchFamily="34" charset="0"/>
              </a:rPr>
              <a:t>SANATHANA SARATHI</a:t>
            </a:r>
            <a:r>
              <a:rPr lang="en-GB" sz="2000" dirty="0" smtClean="0">
                <a:solidFill>
                  <a:srgbClr val="CA7759"/>
                </a:solidFill>
                <a:latin typeface="Bahnschrift" panose="020B0502040204020203" pitchFamily="34" charset="0"/>
              </a:rPr>
              <a:t>” In 1958.For like Sri  Krishna, he too has come down in order to rid us of grief and delusion, of pride and ignorance and re-established Dharma in the world. The word “</a:t>
            </a:r>
            <a:r>
              <a:rPr lang="en-GB" sz="2000" b="1" dirty="0" smtClean="0">
                <a:solidFill>
                  <a:srgbClr val="CA7759"/>
                </a:solidFill>
                <a:latin typeface="Bahnschrift" panose="020B0502040204020203" pitchFamily="34" charset="0"/>
              </a:rPr>
              <a:t>Sarathi</a:t>
            </a:r>
            <a:r>
              <a:rPr lang="en-GB" sz="2000" dirty="0" smtClean="0">
                <a:solidFill>
                  <a:srgbClr val="CA7759"/>
                </a:solidFill>
                <a:latin typeface="Bahnschrift" panose="020B0502040204020203" pitchFamily="34" charset="0"/>
              </a:rPr>
              <a:t>” is an assurance from baba that he will guide us aright if only we take the initial step of inviting him to take up the reins of our lives</a:t>
            </a:r>
            <a:r>
              <a:rPr lang="en-GB" dirty="0" smtClean="0">
                <a:solidFill>
                  <a:srgbClr val="CA7759"/>
                </a:solidFill>
              </a:rPr>
              <a:t>. </a:t>
            </a:r>
            <a:endParaRPr lang="en-IN" dirty="0">
              <a:solidFill>
                <a:srgbClr val="CA7759"/>
              </a:solidFill>
            </a:endParaRPr>
          </a:p>
        </p:txBody>
      </p:sp>
      <p:sp>
        <p:nvSpPr>
          <p:cNvPr id="7" name="Footer Placeholder 6"/>
          <p:cNvSpPr>
            <a:spLocks noGrp="1"/>
          </p:cNvSpPr>
          <p:nvPr>
            <p:ph type="ftr" sz="quarter" idx="11"/>
          </p:nvPr>
        </p:nvSpPr>
        <p:spPr>
          <a:xfrm>
            <a:off x="147113" y="6492875"/>
            <a:ext cx="6672865" cy="365125"/>
          </a:xfrm>
        </p:spPr>
        <p:txBody>
          <a:bodyPr/>
          <a:lstStyle/>
          <a:p>
            <a:r>
              <a:rPr lang="en-IN" dirty="0" smtClean="0"/>
              <a:t>#The </a:t>
            </a:r>
            <a:r>
              <a:rPr lang="en-IN" dirty="0" err="1" smtClean="0"/>
              <a:t>Sarathi</a:t>
            </a:r>
            <a:endParaRPr lang="en-IN" dirty="0"/>
          </a:p>
        </p:txBody>
      </p:sp>
      <p:sp>
        <p:nvSpPr>
          <p:cNvPr id="9" name="Slide Number Placeholder 8"/>
          <p:cNvSpPr>
            <a:spLocks noGrp="1"/>
          </p:cNvSpPr>
          <p:nvPr>
            <p:ph type="sldNum" sz="quarter" idx="12"/>
          </p:nvPr>
        </p:nvSpPr>
        <p:spPr>
          <a:xfrm>
            <a:off x="11256961" y="6492875"/>
            <a:ext cx="753545" cy="365125"/>
          </a:xfrm>
        </p:spPr>
        <p:txBody>
          <a:bodyPr/>
          <a:lstStyle/>
          <a:p>
            <a:fld id="{61983954-4A15-4168-A4D8-433FC1831E92}" type="slidenum">
              <a:rPr lang="en-IN" smtClean="0"/>
              <a:t>3</a:t>
            </a:fld>
            <a:endParaRPr lang="en-IN" dirty="0"/>
          </a:p>
        </p:txBody>
      </p:sp>
    </p:spTree>
    <p:extLst>
      <p:ext uri="{BB962C8B-B14F-4D97-AF65-F5344CB8AC3E}">
        <p14:creationId xmlns:p14="http://schemas.microsoft.com/office/powerpoint/2010/main" val="4110445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circle(in)">
                                      <p:cBhvr>
                                        <p:cTn id="29" dur="20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
                                            <p:txEl>
                                              <p:pRg st="0" end="0"/>
                                            </p:txEl>
                                          </p:spTgt>
                                        </p:tgtEl>
                                        <p:attrNameLst>
                                          <p:attrName>style.visibility</p:attrName>
                                        </p:attrNameLst>
                                      </p:cBhvr>
                                      <p:to>
                                        <p:strVal val="visible"/>
                                      </p:to>
                                    </p:set>
                                    <p:animEffect transition="in" filter="fade">
                                      <p:cBhvr>
                                        <p:cTn id="38"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28938" y="1714500"/>
            <a:ext cx="6100762" cy="3108543"/>
          </a:xfrm>
          <a:prstGeom prst="rect">
            <a:avLst/>
          </a:prstGeom>
          <a:noFill/>
        </p:spPr>
        <p:txBody>
          <a:bodyPr wrap="square" lIns="91440" tIns="45720" rIns="91440" bIns="45720">
            <a:spAutoFit/>
          </a:bodyPr>
          <a:lstStyle/>
          <a:p>
            <a:pPr algn="ctr"/>
            <a:endParaRPr lang="en-US" sz="8800" b="1" cap="none" spc="50" dirty="0" smtClean="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 name="Rectangle 1"/>
          <p:cNvSpPr/>
          <p:nvPr/>
        </p:nvSpPr>
        <p:spPr>
          <a:xfrm>
            <a:off x="421234" y="322813"/>
            <a:ext cx="7725727" cy="6370975"/>
          </a:xfrm>
          <a:prstGeom prst="rect">
            <a:avLst/>
          </a:prstGeom>
        </p:spPr>
        <p:txBody>
          <a:bodyPr wrap="square">
            <a:spAutoFit/>
          </a:bodyPr>
          <a:lstStyle/>
          <a:p>
            <a:r>
              <a:rPr lang="en-GB" sz="2800" u="sng" dirty="0">
                <a:latin typeface="Britannic Bold" panose="020B0903060703020204" pitchFamily="34" charset="0"/>
              </a:rPr>
              <a:t>What is  the mistake that Arjuna </a:t>
            </a:r>
            <a:r>
              <a:rPr lang="en-GB" sz="2800" u="sng" dirty="0" smtClean="0">
                <a:latin typeface="Britannic Bold" panose="020B0903060703020204" pitchFamily="34" charset="0"/>
              </a:rPr>
              <a:t>committed </a:t>
            </a:r>
            <a:r>
              <a:rPr lang="en-GB" sz="2800" u="sng" dirty="0">
                <a:latin typeface="Britannic Bold" panose="020B0903060703020204" pitchFamily="34" charset="0"/>
              </a:rPr>
              <a:t>while seeking help from Krishna</a:t>
            </a:r>
            <a:r>
              <a:rPr lang="en-GB" sz="2800" u="sng" dirty="0" smtClean="0">
                <a:latin typeface="Britannic Bold" panose="020B0903060703020204" pitchFamily="34" charset="0"/>
              </a:rPr>
              <a:t>?</a:t>
            </a:r>
          </a:p>
          <a:p>
            <a:endParaRPr lang="en-GB" sz="2800" dirty="0">
              <a:latin typeface="Britannic Bold" panose="020B0903060703020204" pitchFamily="34" charset="0"/>
            </a:endParaRPr>
          </a:p>
          <a:p>
            <a:pPr marL="285750" indent="-285750">
              <a:buFont typeface="Wingdings" panose="05000000000000000000" pitchFamily="2" charset="2"/>
              <a:buChar char="Ø"/>
            </a:pPr>
            <a:r>
              <a:rPr lang="en-GB" sz="2400" dirty="0" err="1" smtClean="0">
                <a:latin typeface="Arial" panose="020B0604020202020204" pitchFamily="34" charset="0"/>
                <a:cs typeface="Arial" panose="020B0604020202020204" pitchFamily="34" charset="0"/>
              </a:rPr>
              <a:t>Arjuna’s</a:t>
            </a:r>
            <a:r>
              <a:rPr lang="en-GB" sz="2400" dirty="0" smtClean="0">
                <a:latin typeface="Arial" panose="020B0604020202020204" pitchFamily="34" charset="0"/>
                <a:cs typeface="Arial" panose="020B0604020202020204" pitchFamily="34" charset="0"/>
              </a:rPr>
              <a:t> discrimination was over powered by the grief and delusion, by pride and ignorance, by a sense of </a:t>
            </a:r>
            <a:r>
              <a:rPr lang="en-GB" sz="2400" b="1" dirty="0" smtClean="0">
                <a:latin typeface="Arial" panose="020B0604020202020204" pitchFamily="34" charset="0"/>
                <a:cs typeface="Arial" panose="020B0604020202020204" pitchFamily="34" charset="0"/>
              </a:rPr>
              <a:t>I </a:t>
            </a:r>
            <a:r>
              <a:rPr lang="en-GB" sz="2400" dirty="0" smtClean="0">
                <a:latin typeface="Arial" panose="020B0604020202020204" pitchFamily="34" charset="0"/>
                <a:cs typeface="Arial" panose="020B0604020202020204" pitchFamily="34" charset="0"/>
              </a:rPr>
              <a:t>and</a:t>
            </a:r>
            <a:r>
              <a:rPr lang="en-GB" sz="2400" b="1" dirty="0" smtClean="0">
                <a:latin typeface="Arial" panose="020B0604020202020204" pitchFamily="34" charset="0"/>
                <a:cs typeface="Arial" panose="020B0604020202020204" pitchFamily="34" charset="0"/>
              </a:rPr>
              <a:t> MINE.</a:t>
            </a:r>
          </a:p>
          <a:p>
            <a:endParaRPr lang="en-GB" sz="2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GB" sz="2400" dirty="0">
                <a:latin typeface="Arial" panose="020B0604020202020204" pitchFamily="34" charset="0"/>
                <a:cs typeface="Arial" panose="020B0604020202020204" pitchFamily="34" charset="0"/>
              </a:rPr>
              <a:t>Then lord Sri Krishna taught him the Secret of Successful </a:t>
            </a:r>
            <a:r>
              <a:rPr lang="en-GB" sz="2400" dirty="0" smtClean="0">
                <a:latin typeface="Arial" panose="020B0604020202020204" pitchFamily="34" charset="0"/>
                <a:cs typeface="Arial" panose="020B0604020202020204" pitchFamily="34" charset="0"/>
              </a:rPr>
              <a:t>Living.-“</a:t>
            </a:r>
            <a:r>
              <a:rPr lang="en-GB" sz="2400" b="1" dirty="0" smtClean="0">
                <a:latin typeface="Arial" panose="020B0604020202020204" pitchFamily="34" charset="0"/>
                <a:cs typeface="Arial" panose="020B0604020202020204" pitchFamily="34" charset="0"/>
              </a:rPr>
              <a:t>Yoga </a:t>
            </a:r>
            <a:r>
              <a:rPr lang="en-GB" sz="2400" b="1" dirty="0">
                <a:latin typeface="Arial" panose="020B0604020202020204" pitchFamily="34" charset="0"/>
                <a:cs typeface="Arial" panose="020B0604020202020204" pitchFamily="34" charset="0"/>
              </a:rPr>
              <a:t>of </a:t>
            </a:r>
            <a:r>
              <a:rPr lang="en-GB" sz="2400" b="1" dirty="0" smtClean="0">
                <a:latin typeface="Arial" panose="020B0604020202020204" pitchFamily="34" charset="0"/>
                <a:cs typeface="Arial" panose="020B0604020202020204" pitchFamily="34" charset="0"/>
              </a:rPr>
              <a:t>Sharanagati”</a:t>
            </a:r>
            <a:r>
              <a:rPr lang="en-GB" sz="2000" b="1" dirty="0" smtClean="0"/>
              <a:t>.</a:t>
            </a:r>
          </a:p>
          <a:p>
            <a:endParaRPr lang="en-GB" sz="2000" b="1" dirty="0" smtClean="0"/>
          </a:p>
          <a:p>
            <a:endParaRPr lang="en-GB" sz="2000" b="1" dirty="0"/>
          </a:p>
          <a:p>
            <a:pPr marL="285750" indent="-285750">
              <a:buFont typeface="Wingdings" panose="05000000000000000000" pitchFamily="2" charset="2"/>
              <a:buChar char="v"/>
            </a:pPr>
            <a:r>
              <a:rPr lang="en-GB" sz="2000" dirty="0" smtClean="0">
                <a:latin typeface="Arial" panose="020B0604020202020204" pitchFamily="34" charset="0"/>
                <a:cs typeface="Arial" panose="020B0604020202020204" pitchFamily="34" charset="0"/>
              </a:rPr>
              <a:t>After knowing this things we might wonder to know what is actually </a:t>
            </a:r>
            <a:r>
              <a:rPr lang="en-GB" sz="2000" b="1" dirty="0" err="1" smtClean="0">
                <a:latin typeface="Arial" panose="020B0604020202020204" pitchFamily="34" charset="0"/>
                <a:cs typeface="Arial" panose="020B0604020202020204" pitchFamily="34" charset="0"/>
              </a:rPr>
              <a:t>Sanathana</a:t>
            </a:r>
            <a:r>
              <a:rPr lang="en-GB" sz="2000" b="1" dirty="0" smtClean="0"/>
              <a:t>? ……</a:t>
            </a:r>
            <a:r>
              <a:rPr lang="en-GB" sz="2400" dirty="0" smtClean="0">
                <a:latin typeface="Arial" panose="020B0604020202020204" pitchFamily="34" charset="0"/>
                <a:cs typeface="Arial" panose="020B0604020202020204" pitchFamily="34" charset="0"/>
              </a:rPr>
              <a:t>It’s a remainder that this has been the role of baba since the dawn of  creation itself.</a:t>
            </a:r>
          </a:p>
          <a:p>
            <a:endParaRPr lang="en-GB" sz="2400" dirty="0">
              <a:latin typeface="Arial" panose="020B0604020202020204" pitchFamily="34" charset="0"/>
              <a:cs typeface="Arial" panose="020B0604020202020204" pitchFamily="34" charset="0"/>
            </a:endParaRPr>
          </a:p>
          <a:p>
            <a:endParaRPr lang="en-GB" sz="2400" dirty="0">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0608" y="650800"/>
            <a:ext cx="3743325" cy="5715000"/>
          </a:xfrm>
          <a:prstGeom prst="rect">
            <a:avLst/>
          </a:prstGeom>
          <a:effectLst>
            <a:softEdge rad="12700"/>
          </a:effectLst>
          <a:scene3d>
            <a:camera prst="obliqueBottomRight">
              <a:rot lat="0" lon="0" rev="0"/>
            </a:camera>
            <a:lightRig rig="glow" dir="t"/>
          </a:scene3d>
          <a:sp3d prstMaterial="dkEdge">
            <a:bevelT/>
            <a:bevelB/>
          </a:sp3d>
        </p:spPr>
      </p:pic>
      <p:sp>
        <p:nvSpPr>
          <p:cNvPr id="10" name="Oval Callout 9"/>
          <p:cNvSpPr/>
          <p:nvPr/>
        </p:nvSpPr>
        <p:spPr>
          <a:xfrm>
            <a:off x="9569701" y="1955749"/>
            <a:ext cx="1084964" cy="617011"/>
          </a:xfrm>
          <a:prstGeom prst="wedgeEllipseCallout">
            <a:avLst>
              <a:gd name="adj1" fmla="val 70031"/>
              <a:gd name="adj2" fmla="val 113443"/>
            </a:avLst>
          </a:prstGeom>
          <a:solidFill>
            <a:schemeClr val="accent4">
              <a:alpha val="50000"/>
            </a:schemeClr>
          </a:solidFill>
          <a:ln>
            <a:gradFill flip="none" rotWithShape="1">
              <a:gsLst>
                <a:gs pos="98000">
                  <a:schemeClr val="accent3">
                    <a:lumMod val="67000"/>
                  </a:schemeClr>
                </a:gs>
                <a:gs pos="70000">
                  <a:schemeClr val="accent3">
                    <a:lumMod val="97000"/>
                    <a:lumOff val="3000"/>
                  </a:schemeClr>
                </a:gs>
                <a:gs pos="100000">
                  <a:schemeClr val="accent3">
                    <a:lumMod val="60000"/>
                    <a:lumOff val="40000"/>
                  </a:schemeClr>
                </a:gs>
              </a:gsLst>
              <a:lin ang="2700000" scaled="1"/>
              <a:tileRect/>
            </a:gra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200" b="1" dirty="0" smtClean="0">
                <a:solidFill>
                  <a:srgbClr val="002060"/>
                </a:solidFill>
              </a:rPr>
              <a:t>Baabuu</a:t>
            </a:r>
            <a:endParaRPr lang="en-IN" sz="1200" b="1" dirty="0">
              <a:solidFill>
                <a:srgbClr val="002060"/>
              </a:solidFill>
            </a:endParaRPr>
          </a:p>
        </p:txBody>
      </p:sp>
      <p:sp>
        <p:nvSpPr>
          <p:cNvPr id="11" name="Cloud Callout 10"/>
          <p:cNvSpPr/>
          <p:nvPr/>
        </p:nvSpPr>
        <p:spPr>
          <a:xfrm rot="20075369" flipH="1">
            <a:off x="8694404" y="518742"/>
            <a:ext cx="1683758" cy="1025857"/>
          </a:xfrm>
          <a:prstGeom prst="cloudCallout">
            <a:avLst>
              <a:gd name="adj1" fmla="val -42267"/>
              <a:gd name="adj2" fmla="val 107150"/>
            </a:avLst>
          </a:prstGeom>
          <a:solidFill>
            <a:schemeClr val="accent3">
              <a:alpha val="50000"/>
            </a:schemeClr>
          </a:solidFill>
          <a:ln>
            <a:solidFill>
              <a:srgbClr val="B7ACB6"/>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600" b="1" dirty="0" smtClean="0">
                <a:solidFill>
                  <a:srgbClr val="002060"/>
                </a:solidFill>
              </a:rPr>
              <a:t>Bangaroo</a:t>
            </a:r>
            <a:endParaRPr lang="en-IN" sz="1600" b="1" dirty="0">
              <a:solidFill>
                <a:srgbClr val="002060"/>
              </a:solidFill>
            </a:endParaRPr>
          </a:p>
        </p:txBody>
      </p:sp>
      <p:sp>
        <p:nvSpPr>
          <p:cNvPr id="13" name="Rounded Rectangular Callout 12"/>
          <p:cNvSpPr/>
          <p:nvPr/>
        </p:nvSpPr>
        <p:spPr>
          <a:xfrm>
            <a:off x="8659790" y="2784768"/>
            <a:ext cx="796834" cy="350994"/>
          </a:xfrm>
          <a:prstGeom prst="wedgeRoundRectCallout">
            <a:avLst>
              <a:gd name="adj1" fmla="val 208675"/>
              <a:gd name="adj2" fmla="val 188688"/>
              <a:gd name="adj3" fmla="val 16667"/>
            </a:avLst>
          </a:prstGeom>
          <a:solidFill>
            <a:schemeClr val="accent6">
              <a:alpha val="50000"/>
            </a:schemeClr>
          </a:solidFill>
          <a:ln>
            <a:gradFill flip="none" rotWithShape="1">
              <a:gsLst>
                <a:gs pos="0">
                  <a:schemeClr val="accent3">
                    <a:lumMod val="0"/>
                    <a:lumOff val="100000"/>
                  </a:schemeClr>
                </a:gs>
                <a:gs pos="84000">
                  <a:schemeClr val="accent3">
                    <a:lumMod val="0"/>
                    <a:lumOff val="100000"/>
                  </a:schemeClr>
                </a:gs>
                <a:gs pos="100000">
                  <a:schemeClr val="accent3">
                    <a:lumMod val="100000"/>
                  </a:schemeClr>
                </a:gs>
              </a:gsLst>
              <a:path path="circle">
                <a:fillToRect l="50000" t="-80000" r="50000" b="180000"/>
              </a:path>
              <a:tileRect/>
            </a:gra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200" b="1" dirty="0" smtClean="0">
                <a:solidFill>
                  <a:srgbClr val="002060"/>
                </a:solidFill>
              </a:rPr>
              <a:t>Abbay</a:t>
            </a:r>
            <a:r>
              <a:rPr lang="en-GB" sz="1200" dirty="0" smtClean="0">
                <a:solidFill>
                  <a:srgbClr val="002060"/>
                </a:solidFill>
              </a:rPr>
              <a:t>i</a:t>
            </a:r>
            <a:endParaRPr lang="en-IN" sz="1200" dirty="0">
              <a:solidFill>
                <a:srgbClr val="002060"/>
              </a:solidFill>
            </a:endParaRPr>
          </a:p>
        </p:txBody>
      </p:sp>
      <p:sp>
        <p:nvSpPr>
          <p:cNvPr id="14" name="Oval Callout 13"/>
          <p:cNvSpPr/>
          <p:nvPr/>
        </p:nvSpPr>
        <p:spPr>
          <a:xfrm rot="21335758" flipH="1">
            <a:off x="9050454" y="4129846"/>
            <a:ext cx="1112384" cy="583346"/>
          </a:xfrm>
          <a:prstGeom prst="wedgeEllipseCallout">
            <a:avLst>
              <a:gd name="adj1" fmla="val -123246"/>
              <a:gd name="adj2" fmla="val -61447"/>
            </a:avLst>
          </a:prstGeom>
          <a:solidFill>
            <a:schemeClr val="accent4">
              <a:alpha val="50000"/>
            </a:schemeClr>
          </a:solidFill>
          <a:ln>
            <a:gradFill flip="none" rotWithShape="1">
              <a:gsLst>
                <a:gs pos="0">
                  <a:schemeClr val="accent5">
                    <a:lumMod val="89000"/>
                  </a:schemeClr>
                </a:gs>
                <a:gs pos="23000">
                  <a:schemeClr val="accent5">
                    <a:lumMod val="89000"/>
                  </a:schemeClr>
                </a:gs>
                <a:gs pos="74000">
                  <a:schemeClr val="accent5">
                    <a:lumMod val="75000"/>
                  </a:schemeClr>
                </a:gs>
                <a:gs pos="97000">
                  <a:schemeClr val="accent5">
                    <a:lumMod val="70000"/>
                  </a:schemeClr>
                </a:gs>
              </a:gsLst>
              <a:path path="circle">
                <a:fillToRect l="50000" t="50000" r="50000" b="50000"/>
              </a:path>
              <a:tileRect/>
            </a:gradFill>
          </a:ln>
        </p:spPr>
        <p:style>
          <a:lnRef idx="0">
            <a:scrgbClr r="0" g="0" b="0"/>
          </a:lnRef>
          <a:fillRef idx="0">
            <a:scrgbClr r="0" g="0" b="0"/>
          </a:fillRef>
          <a:effectRef idx="0">
            <a:scrgbClr r="0" g="0" b="0"/>
          </a:effectRef>
          <a:fontRef idx="minor">
            <a:schemeClr val="lt1"/>
          </a:fontRef>
        </p:style>
        <p:txBody>
          <a:bodyPr rtlCol="0" anchor="ctr"/>
          <a:lstStyle/>
          <a:p>
            <a:pPr algn="ctr"/>
            <a:r>
              <a:rPr lang="en-GB" sz="1100" b="1" dirty="0">
                <a:solidFill>
                  <a:srgbClr val="002060"/>
                </a:solidFill>
              </a:rPr>
              <a:t>Naayina</a:t>
            </a:r>
            <a:endParaRPr lang="en-IN" sz="1100" b="1" dirty="0">
              <a:solidFill>
                <a:srgbClr val="002060"/>
              </a:solidFill>
            </a:endParaRPr>
          </a:p>
        </p:txBody>
      </p:sp>
      <p:sp>
        <p:nvSpPr>
          <p:cNvPr id="16" name="Line Callout 2 15"/>
          <p:cNvSpPr/>
          <p:nvPr/>
        </p:nvSpPr>
        <p:spPr>
          <a:xfrm rot="10800000">
            <a:off x="4164560" y="5079003"/>
            <a:ext cx="4143458" cy="1764709"/>
          </a:xfrm>
          <a:custGeom>
            <a:avLst/>
            <a:gdLst>
              <a:gd name="connsiteX0" fmla="*/ 0 w 2714625"/>
              <a:gd name="connsiteY0" fmla="*/ 0 h 687173"/>
              <a:gd name="connsiteX1" fmla="*/ 2714625 w 2714625"/>
              <a:gd name="connsiteY1" fmla="*/ 0 h 687173"/>
              <a:gd name="connsiteX2" fmla="*/ 2714625 w 2714625"/>
              <a:gd name="connsiteY2" fmla="*/ 687173 h 687173"/>
              <a:gd name="connsiteX3" fmla="*/ 0 w 2714625"/>
              <a:gd name="connsiteY3" fmla="*/ 687173 h 687173"/>
              <a:gd name="connsiteX4" fmla="*/ 0 w 2714625"/>
              <a:gd name="connsiteY4" fmla="*/ 0 h 687173"/>
              <a:gd name="connsiteX0" fmla="*/ -42158 w 2714625"/>
              <a:gd name="connsiteY0" fmla="*/ 181414 h 687173"/>
              <a:gd name="connsiteX1" fmla="*/ -590485 w 2714625"/>
              <a:gd name="connsiteY1" fmla="*/ 216459 h 687173"/>
              <a:gd name="connsiteX2" fmla="*/ -1128795 w 2714625"/>
              <a:gd name="connsiteY2" fmla="*/ 1088489 h 687173"/>
              <a:gd name="connsiteX0" fmla="*/ 1128795 w 3843420"/>
              <a:gd name="connsiteY0" fmla="*/ 0 h 1088489"/>
              <a:gd name="connsiteX1" fmla="*/ 3843420 w 3843420"/>
              <a:gd name="connsiteY1" fmla="*/ 0 h 1088489"/>
              <a:gd name="connsiteX2" fmla="*/ 3843420 w 3843420"/>
              <a:gd name="connsiteY2" fmla="*/ 687173 h 1088489"/>
              <a:gd name="connsiteX3" fmla="*/ 1114507 w 3843420"/>
              <a:gd name="connsiteY3" fmla="*/ 701461 h 1088489"/>
              <a:gd name="connsiteX4" fmla="*/ 1128795 w 3843420"/>
              <a:gd name="connsiteY4" fmla="*/ 0 h 1088489"/>
              <a:gd name="connsiteX0" fmla="*/ 1086637 w 3843420"/>
              <a:gd name="connsiteY0" fmla="*/ 181414 h 1088489"/>
              <a:gd name="connsiteX1" fmla="*/ 538310 w 3843420"/>
              <a:gd name="connsiteY1" fmla="*/ 216459 h 1088489"/>
              <a:gd name="connsiteX2" fmla="*/ 0 w 3843420"/>
              <a:gd name="connsiteY2" fmla="*/ 1088489 h 1088489"/>
            </a:gdLst>
            <a:ahLst/>
            <a:cxnLst>
              <a:cxn ang="0">
                <a:pos x="connsiteX0" y="connsiteY0"/>
              </a:cxn>
              <a:cxn ang="0">
                <a:pos x="connsiteX1" y="connsiteY1"/>
              </a:cxn>
              <a:cxn ang="0">
                <a:pos x="connsiteX2" y="connsiteY2"/>
              </a:cxn>
            </a:cxnLst>
            <a:rect l="l" t="t" r="r" b="b"/>
            <a:pathLst>
              <a:path w="3843420" h="1088489" extrusionOk="0">
                <a:moveTo>
                  <a:pt x="1128795" y="0"/>
                </a:moveTo>
                <a:lnTo>
                  <a:pt x="3843420" y="0"/>
                </a:lnTo>
                <a:lnTo>
                  <a:pt x="3843420" y="687173"/>
                </a:lnTo>
                <a:lnTo>
                  <a:pt x="1114507" y="701461"/>
                </a:lnTo>
                <a:lnTo>
                  <a:pt x="1128795" y="0"/>
                </a:lnTo>
                <a:close/>
              </a:path>
              <a:path w="3843420" h="1088489" fill="none" extrusionOk="0">
                <a:moveTo>
                  <a:pt x="1086637" y="181414"/>
                </a:moveTo>
                <a:lnTo>
                  <a:pt x="538310" y="216459"/>
                </a:lnTo>
                <a:lnTo>
                  <a:pt x="0" y="1088489"/>
                </a:lnTo>
              </a:path>
            </a:pathLst>
          </a:cu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smtClean="0"/>
          </a:p>
        </p:txBody>
      </p:sp>
      <p:sp>
        <p:nvSpPr>
          <p:cNvPr id="17" name="TextBox 16"/>
          <p:cNvSpPr txBox="1"/>
          <p:nvPr/>
        </p:nvSpPr>
        <p:spPr>
          <a:xfrm>
            <a:off x="4226768" y="5753065"/>
            <a:ext cx="2700665" cy="923330"/>
          </a:xfrm>
          <a:prstGeom prst="rect">
            <a:avLst/>
          </a:prstGeom>
          <a:noFill/>
        </p:spPr>
        <p:txBody>
          <a:bodyPr wrap="square" rtlCol="0">
            <a:spAutoFit/>
          </a:bodyPr>
          <a:lstStyle/>
          <a:p>
            <a:r>
              <a:rPr lang="en-GB" dirty="0" smtClean="0">
                <a:solidFill>
                  <a:srgbClr val="C00000"/>
                </a:solidFill>
              </a:rPr>
              <a:t>Swami’s conversation with boys...calling each one with sweet names…</a:t>
            </a:r>
            <a:endParaRPr lang="en-IN" dirty="0">
              <a:solidFill>
                <a:srgbClr val="C00000"/>
              </a:solidFill>
            </a:endParaRPr>
          </a:p>
        </p:txBody>
      </p:sp>
      <p:sp>
        <p:nvSpPr>
          <p:cNvPr id="3" name="Footer Placeholder 2"/>
          <p:cNvSpPr>
            <a:spLocks noGrp="1"/>
          </p:cNvSpPr>
          <p:nvPr>
            <p:ph type="ftr" sz="quarter" idx="11"/>
          </p:nvPr>
        </p:nvSpPr>
        <p:spPr>
          <a:xfrm>
            <a:off x="146678" y="6254417"/>
            <a:ext cx="6672865" cy="365125"/>
          </a:xfrm>
        </p:spPr>
        <p:txBody>
          <a:bodyPr/>
          <a:lstStyle/>
          <a:p>
            <a:r>
              <a:rPr lang="en-IN" dirty="0" smtClean="0"/>
              <a:t>#The </a:t>
            </a:r>
            <a:r>
              <a:rPr lang="en-IN" dirty="0" err="1" smtClean="0"/>
              <a:t>Sarathi</a:t>
            </a:r>
            <a:endParaRPr lang="en-IN" dirty="0"/>
          </a:p>
        </p:txBody>
      </p:sp>
      <p:sp>
        <p:nvSpPr>
          <p:cNvPr id="5" name="Slide Number Placeholder 4"/>
          <p:cNvSpPr>
            <a:spLocks noGrp="1"/>
          </p:cNvSpPr>
          <p:nvPr>
            <p:ph type="sldNum" sz="quarter" idx="12"/>
          </p:nvPr>
        </p:nvSpPr>
        <p:spPr>
          <a:xfrm>
            <a:off x="11250388" y="6478588"/>
            <a:ext cx="753545" cy="365125"/>
          </a:xfrm>
        </p:spPr>
        <p:txBody>
          <a:bodyPr/>
          <a:lstStyle/>
          <a:p>
            <a:fld id="{61983954-4A15-4168-A4D8-433FC1831E92}" type="slidenum">
              <a:rPr lang="en-IN" smtClean="0"/>
              <a:t>4</a:t>
            </a:fld>
            <a:endParaRPr lang="en-IN" dirty="0"/>
          </a:p>
        </p:txBody>
      </p:sp>
    </p:spTree>
    <p:extLst>
      <p:ext uri="{BB962C8B-B14F-4D97-AF65-F5344CB8AC3E}">
        <p14:creationId xmlns:p14="http://schemas.microsoft.com/office/powerpoint/2010/main" val="298482169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 presetClass="entr" presetSubtype="6"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1+#ppt_w/2"/>
                                          </p:val>
                                        </p:tav>
                                        <p:tav tm="100000">
                                          <p:val>
                                            <p:strVal val="#ppt_x"/>
                                          </p:val>
                                        </p:tav>
                                      </p:tavLst>
                                    </p:anim>
                                    <p:anim calcmode="lin" valueType="num">
                                      <p:cBhvr additive="base">
                                        <p:cTn id="2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ppt_x</p:attrName>
                                        </p:attrNameLst>
                                      </p:cBhvr>
                                      <p:tavLst>
                                        <p:tav tm="0">
                                          <p:val>
                                            <p:strVal val="#ppt_x"/>
                                          </p:val>
                                        </p:tav>
                                        <p:tav tm="100000">
                                          <p:val>
                                            <p:strVal val="#ppt_x"/>
                                          </p:val>
                                        </p:tav>
                                      </p:tavLst>
                                    </p:anim>
                                    <p:anim calcmode="lin" valueType="num">
                                      <p:cBhvr additive="base">
                                        <p:cTn id="3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 calcmode="lin" valueType="num">
                                      <p:cBhvr additive="base">
                                        <p:cTn id="44" dur="500" fill="hold"/>
                                        <p:tgtEl>
                                          <p:spTgt spid="13"/>
                                        </p:tgtEl>
                                        <p:attrNameLst>
                                          <p:attrName>ppt_x</p:attrName>
                                        </p:attrNameLst>
                                      </p:cBhvr>
                                      <p:tavLst>
                                        <p:tav tm="0">
                                          <p:val>
                                            <p:strVal val="#ppt_x"/>
                                          </p:val>
                                        </p:tav>
                                        <p:tav tm="100000">
                                          <p:val>
                                            <p:strVal val="#ppt_x"/>
                                          </p:val>
                                        </p:tav>
                                      </p:tavLst>
                                    </p:anim>
                                    <p:anim calcmode="lin" valueType="num">
                                      <p:cBhvr additive="base">
                                        <p:cTn id="45"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28938" y="1714500"/>
            <a:ext cx="6100762" cy="3108543"/>
          </a:xfrm>
          <a:prstGeom prst="rect">
            <a:avLst/>
          </a:prstGeom>
          <a:noFill/>
        </p:spPr>
        <p:txBody>
          <a:bodyPr wrap="square" lIns="91440" tIns="45720" rIns="91440" bIns="45720">
            <a:spAutoFit/>
          </a:bodyPr>
          <a:lstStyle/>
          <a:p>
            <a:pPr algn="ctr"/>
            <a:endParaRPr lang="en-US" sz="8800" b="1" cap="none" spc="50" dirty="0" smtClean="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 name="TextBox 1"/>
          <p:cNvSpPr txBox="1"/>
          <p:nvPr/>
        </p:nvSpPr>
        <p:spPr>
          <a:xfrm>
            <a:off x="685800" y="-2371724"/>
            <a:ext cx="10897484" cy="9048631"/>
          </a:xfrm>
          <a:prstGeom prst="rect">
            <a:avLst/>
          </a:prstGeom>
          <a:noFill/>
        </p:spPr>
        <p:txBody>
          <a:bodyPr wrap="square" rtlCol="0">
            <a:spAutoFit/>
          </a:bodyPr>
          <a:lstStyle/>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GB" dirty="0"/>
          </a:p>
          <a:p>
            <a:pPr marL="342900" indent="-342900">
              <a:buFont typeface="Wingdings" panose="05000000000000000000" pitchFamily="2" charset="2"/>
              <a:buChar char="v"/>
            </a:pPr>
            <a:r>
              <a:rPr lang="en-GB" sz="2400" dirty="0" smtClean="0">
                <a:latin typeface="Bell MT" panose="02020503060305020303" pitchFamily="18" charset="0"/>
                <a:cs typeface="Arial" panose="020B0604020202020204" pitchFamily="34" charset="0"/>
              </a:rPr>
              <a:t>To </a:t>
            </a:r>
            <a:r>
              <a:rPr lang="en-GB" sz="2400" dirty="0" err="1">
                <a:latin typeface="Bell MT" panose="02020503060305020303" pitchFamily="18" charset="0"/>
                <a:cs typeface="Arial" panose="020B0604020202020204" pitchFamily="34" charset="0"/>
              </a:rPr>
              <a:t>embibe</a:t>
            </a:r>
            <a:r>
              <a:rPr lang="en-GB" sz="2400" dirty="0">
                <a:latin typeface="Bell MT" panose="02020503060305020303" pitchFamily="18" charset="0"/>
                <a:cs typeface="Arial" panose="020B0604020202020204" pitchFamily="34" charset="0"/>
              </a:rPr>
              <a:t> the teachings,… in us for the betterment of ourselves and to remain the teachings for generations forward swami has scripted them into many precious collections. To name a few </a:t>
            </a:r>
            <a:r>
              <a:rPr lang="en-GB" sz="2400" b="1" dirty="0" err="1">
                <a:latin typeface="Bell MT" panose="02020503060305020303" pitchFamily="18" charset="0"/>
                <a:cs typeface="Arial" panose="020B0604020202020204" pitchFamily="34" charset="0"/>
              </a:rPr>
              <a:t>Prema</a:t>
            </a:r>
            <a:r>
              <a:rPr lang="en-GB" sz="2400" b="1" dirty="0">
                <a:latin typeface="Bell MT" panose="02020503060305020303" pitchFamily="18" charset="0"/>
                <a:cs typeface="Arial" panose="020B0604020202020204" pitchFamily="34" charset="0"/>
              </a:rPr>
              <a:t> </a:t>
            </a:r>
            <a:r>
              <a:rPr lang="en-GB" sz="2400" b="1" dirty="0" err="1">
                <a:latin typeface="Bell MT" panose="02020503060305020303" pitchFamily="18" charset="0"/>
                <a:cs typeface="Arial" panose="020B0604020202020204" pitchFamily="34" charset="0"/>
              </a:rPr>
              <a:t>vahini</a:t>
            </a:r>
            <a:r>
              <a:rPr lang="en-GB" sz="2400" b="1" dirty="0">
                <a:latin typeface="Bell MT" panose="02020503060305020303" pitchFamily="18" charset="0"/>
                <a:cs typeface="Arial" panose="020B0604020202020204" pitchFamily="34" charset="0"/>
              </a:rPr>
              <a:t>, </a:t>
            </a:r>
            <a:r>
              <a:rPr lang="en-GB" sz="2400" b="1" dirty="0" err="1">
                <a:latin typeface="Bell MT" panose="02020503060305020303" pitchFamily="18" charset="0"/>
                <a:cs typeface="Arial" panose="020B0604020202020204" pitchFamily="34" charset="0"/>
              </a:rPr>
              <a:t>Dhyana</a:t>
            </a:r>
            <a:r>
              <a:rPr lang="en-GB" sz="2400" b="1" dirty="0">
                <a:latin typeface="Bell MT" panose="02020503060305020303" pitchFamily="18" charset="0"/>
                <a:cs typeface="Arial" panose="020B0604020202020204" pitchFamily="34" charset="0"/>
              </a:rPr>
              <a:t> </a:t>
            </a:r>
            <a:r>
              <a:rPr lang="en-GB" sz="2400" b="1" dirty="0" err="1">
                <a:latin typeface="Bell MT" panose="02020503060305020303" pitchFamily="18" charset="0"/>
                <a:cs typeface="Arial" panose="020B0604020202020204" pitchFamily="34" charset="0"/>
              </a:rPr>
              <a:t>vahini</a:t>
            </a:r>
            <a:r>
              <a:rPr lang="en-GB" sz="2400" b="1" dirty="0">
                <a:latin typeface="Bell MT" panose="02020503060305020303" pitchFamily="18" charset="0"/>
                <a:cs typeface="Arial" panose="020B0604020202020204" pitchFamily="34" charset="0"/>
              </a:rPr>
              <a:t>, </a:t>
            </a:r>
            <a:r>
              <a:rPr lang="en-GB" sz="2400" b="1" dirty="0" err="1">
                <a:latin typeface="Bell MT" panose="02020503060305020303" pitchFamily="18" charset="0"/>
                <a:cs typeface="Arial" panose="020B0604020202020204" pitchFamily="34" charset="0"/>
              </a:rPr>
              <a:t>Prashanthi</a:t>
            </a:r>
            <a:r>
              <a:rPr lang="en-GB" sz="2400" b="1" dirty="0">
                <a:latin typeface="Bell MT" panose="02020503060305020303" pitchFamily="18" charset="0"/>
                <a:cs typeface="Arial" panose="020B0604020202020204" pitchFamily="34" charset="0"/>
              </a:rPr>
              <a:t> </a:t>
            </a:r>
            <a:r>
              <a:rPr lang="en-GB" sz="2400" b="1" dirty="0" err="1">
                <a:latin typeface="Bell MT" panose="02020503060305020303" pitchFamily="18" charset="0"/>
                <a:cs typeface="Arial" panose="020B0604020202020204" pitchFamily="34" charset="0"/>
              </a:rPr>
              <a:t>vahini</a:t>
            </a:r>
            <a:r>
              <a:rPr lang="en-GB" sz="2400" b="1" dirty="0">
                <a:latin typeface="Bell MT" panose="02020503060305020303" pitchFamily="18" charset="0"/>
                <a:cs typeface="Arial" panose="020B0604020202020204" pitchFamily="34" charset="0"/>
              </a:rPr>
              <a:t>, </a:t>
            </a:r>
            <a:r>
              <a:rPr lang="en-GB" sz="2400" b="1" dirty="0" err="1">
                <a:latin typeface="Bell MT" panose="02020503060305020303" pitchFamily="18" charset="0"/>
                <a:cs typeface="Arial" panose="020B0604020202020204" pitchFamily="34" charset="0"/>
              </a:rPr>
              <a:t>Jnana</a:t>
            </a:r>
            <a:r>
              <a:rPr lang="en-GB" sz="2400" b="1" dirty="0">
                <a:latin typeface="Bell MT" panose="02020503060305020303" pitchFamily="18" charset="0"/>
                <a:cs typeface="Arial" panose="020B0604020202020204" pitchFamily="34" charset="0"/>
              </a:rPr>
              <a:t> </a:t>
            </a:r>
            <a:r>
              <a:rPr lang="en-GB" sz="2400" b="1" dirty="0" err="1">
                <a:latin typeface="Bell MT" panose="02020503060305020303" pitchFamily="18" charset="0"/>
                <a:cs typeface="Arial" panose="020B0604020202020204" pitchFamily="34" charset="0"/>
              </a:rPr>
              <a:t>vahini</a:t>
            </a:r>
            <a:r>
              <a:rPr lang="en-GB" sz="2400" b="1" dirty="0">
                <a:latin typeface="Bell MT" panose="02020503060305020303" pitchFamily="18" charset="0"/>
                <a:cs typeface="Arial" panose="020B0604020202020204" pitchFamily="34" charset="0"/>
              </a:rPr>
              <a:t> and </a:t>
            </a:r>
            <a:r>
              <a:rPr lang="en-GB" sz="2400" b="1" dirty="0" err="1">
                <a:latin typeface="Bell MT" panose="02020503060305020303" pitchFamily="18" charset="0"/>
                <a:cs typeface="Arial" panose="020B0604020202020204" pitchFamily="34" charset="0"/>
              </a:rPr>
              <a:t>Sandeha</a:t>
            </a:r>
            <a:r>
              <a:rPr lang="en-GB" sz="2400" b="1" dirty="0">
                <a:latin typeface="Bell MT" panose="02020503060305020303" pitchFamily="18" charset="0"/>
                <a:cs typeface="Arial" panose="020B0604020202020204" pitchFamily="34" charset="0"/>
              </a:rPr>
              <a:t> </a:t>
            </a:r>
            <a:r>
              <a:rPr lang="en-GB" sz="2400" b="1" dirty="0" err="1">
                <a:latin typeface="Bell MT" panose="02020503060305020303" pitchFamily="18" charset="0"/>
                <a:cs typeface="Arial" panose="020B0604020202020204" pitchFamily="34" charset="0"/>
              </a:rPr>
              <a:t>vahini</a:t>
            </a:r>
            <a:r>
              <a:rPr lang="en-GB" sz="2400" b="1" dirty="0" smtClean="0">
                <a:latin typeface="Bell MT" panose="02020503060305020303" pitchFamily="18" charset="0"/>
                <a:cs typeface="Arial" panose="020B0604020202020204" pitchFamily="34" charset="0"/>
              </a:rPr>
              <a:t>.</a:t>
            </a:r>
          </a:p>
          <a:p>
            <a:endParaRPr lang="en-GB" sz="2400" dirty="0" smtClean="0">
              <a:latin typeface="Bell MT" panose="02020503060305020303" pitchFamily="18" charset="0"/>
              <a:cs typeface="Arial" panose="020B0604020202020204" pitchFamily="34" charset="0"/>
            </a:endParaRPr>
          </a:p>
          <a:p>
            <a:pPr marL="342900" indent="-342900">
              <a:buFont typeface="Wingdings" panose="05000000000000000000" pitchFamily="2" charset="2"/>
              <a:buChar char="v"/>
            </a:pPr>
            <a:r>
              <a:rPr lang="en-GB" sz="2400" dirty="0" smtClean="0">
                <a:latin typeface="Bell MT" panose="02020503060305020303" pitchFamily="18" charset="0"/>
                <a:cs typeface="Arial" panose="020B0604020202020204" pitchFamily="34" charset="0"/>
              </a:rPr>
              <a:t>Swami says the harvest of Ananda is my Sustenance, my </a:t>
            </a:r>
            <a:r>
              <a:rPr lang="en-GB" sz="2400" dirty="0" err="1" smtClean="0">
                <a:latin typeface="Bell MT" panose="02020503060305020303" pitchFamily="18" charset="0"/>
                <a:cs typeface="Arial" panose="020B0604020202020204" pitchFamily="34" charset="0"/>
              </a:rPr>
              <a:t>Ahaara</a:t>
            </a:r>
            <a:r>
              <a:rPr lang="en-GB" sz="2400" dirty="0" smtClean="0">
                <a:latin typeface="Bell MT" panose="02020503060305020303" pitchFamily="18" charset="0"/>
                <a:cs typeface="Arial" panose="020B0604020202020204" pitchFamily="34" charset="0"/>
              </a:rPr>
              <a:t> and this is the only </a:t>
            </a:r>
            <a:r>
              <a:rPr lang="en-GB" sz="2400" dirty="0" err="1" smtClean="0">
                <a:latin typeface="Bell MT" panose="02020503060305020303" pitchFamily="18" charset="0"/>
                <a:cs typeface="Arial" panose="020B0604020202020204" pitchFamily="34" charset="0"/>
              </a:rPr>
              <a:t>seva</a:t>
            </a:r>
            <a:r>
              <a:rPr lang="en-GB" sz="2400" dirty="0" smtClean="0">
                <a:latin typeface="Bell MT" panose="02020503060305020303" pitchFamily="18" charset="0"/>
                <a:cs typeface="Arial" panose="020B0604020202020204" pitchFamily="34" charset="0"/>
              </a:rPr>
              <a:t> that you can do to me. He also mentions that this is the Ultimate thing.</a:t>
            </a:r>
          </a:p>
          <a:p>
            <a:pPr marL="285750" indent="-285750">
              <a:buFont typeface="Arial" panose="020B0604020202020204" pitchFamily="34" charset="0"/>
              <a:buChar char="•"/>
            </a:pPr>
            <a:endParaRPr lang="en-GB" sz="2400" dirty="0">
              <a:latin typeface="Bell MT" panose="02020503060305020303" pitchFamily="18" charset="0"/>
              <a:cs typeface="Arial" panose="020B0604020202020204" pitchFamily="34" charset="0"/>
            </a:endParaRPr>
          </a:p>
          <a:p>
            <a:pPr marL="342900" indent="-342900">
              <a:buFont typeface="Wingdings" panose="05000000000000000000" pitchFamily="2" charset="2"/>
              <a:buChar char="v"/>
            </a:pPr>
            <a:r>
              <a:rPr lang="en-GB" sz="2400" dirty="0" smtClean="0">
                <a:latin typeface="Bell MT" panose="02020503060305020303" pitchFamily="18" charset="0"/>
                <a:cs typeface="Arial" panose="020B0604020202020204" pitchFamily="34" charset="0"/>
              </a:rPr>
              <a:t>Baba often says that he demonstrates his divinity through </a:t>
            </a:r>
            <a:r>
              <a:rPr lang="en-GB" sz="2400" dirty="0" err="1" smtClean="0">
                <a:latin typeface="Bell MT" panose="02020503060305020303" pitchFamily="18" charset="0"/>
                <a:cs typeface="Arial" panose="020B0604020202020204" pitchFamily="34" charset="0"/>
              </a:rPr>
              <a:t>Mahimas</a:t>
            </a:r>
            <a:r>
              <a:rPr lang="en-GB" sz="2400" dirty="0" smtClean="0">
                <a:latin typeface="Bell MT" panose="02020503060305020303" pitchFamily="18" charset="0"/>
                <a:cs typeface="Arial" panose="020B0604020202020204" pitchFamily="34" charset="0"/>
              </a:rPr>
              <a:t> and </a:t>
            </a:r>
            <a:r>
              <a:rPr lang="en-GB" sz="2400" dirty="0" err="1" smtClean="0">
                <a:latin typeface="Bell MT" panose="02020503060305020303" pitchFamily="18" charset="0"/>
                <a:cs typeface="Arial" panose="020B0604020202020204" pitchFamily="34" charset="0"/>
              </a:rPr>
              <a:t>Leelas</a:t>
            </a:r>
            <a:r>
              <a:rPr lang="en-GB" sz="2400" dirty="0" smtClean="0">
                <a:latin typeface="Bell MT" panose="02020503060305020303" pitchFamily="18" charset="0"/>
                <a:cs typeface="Arial" panose="020B0604020202020204" pitchFamily="34" charset="0"/>
              </a:rPr>
              <a:t> only to sow the seeds of Faith in Man</a:t>
            </a:r>
            <a:r>
              <a:rPr lang="en-GB" sz="2000" dirty="0" smtClean="0">
                <a:latin typeface="Bell MT" panose="02020503060305020303" pitchFamily="18" charset="0"/>
                <a:cs typeface="Arial" panose="020B0604020202020204" pitchFamily="34" charset="0"/>
              </a:rPr>
              <a:t>.</a:t>
            </a:r>
          </a:p>
          <a:p>
            <a:endParaRPr lang="en-GB" dirty="0"/>
          </a:p>
          <a:p>
            <a:endParaRPr lang="en-GB" dirty="0" smtClean="0"/>
          </a:p>
          <a:p>
            <a:endParaRPr lang="en-GB" dirty="0"/>
          </a:p>
          <a:p>
            <a:endParaRPr lang="en-GB" dirty="0" smtClean="0"/>
          </a:p>
          <a:p>
            <a:endParaRPr lang="en-GB" dirty="0"/>
          </a:p>
          <a:p>
            <a:endParaRPr lang="en-GB" dirty="0" smtClean="0"/>
          </a:p>
          <a:p>
            <a:endParaRPr lang="en-GB" dirty="0"/>
          </a:p>
          <a:p>
            <a:endParaRPr lang="en-GB" dirty="0" smtClean="0"/>
          </a:p>
          <a:p>
            <a:endParaRPr lang="en-IN"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9506" y="4181887"/>
            <a:ext cx="3100387" cy="232229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2988" y="4181887"/>
            <a:ext cx="3028950" cy="223795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Footer Placeholder 5"/>
          <p:cNvSpPr>
            <a:spLocks noGrp="1"/>
          </p:cNvSpPr>
          <p:nvPr>
            <p:ph type="ftr" sz="quarter" idx="11"/>
          </p:nvPr>
        </p:nvSpPr>
        <p:spPr>
          <a:xfrm>
            <a:off x="118978" y="6494344"/>
            <a:ext cx="6672865" cy="365125"/>
          </a:xfrm>
        </p:spPr>
        <p:txBody>
          <a:bodyPr/>
          <a:lstStyle/>
          <a:p>
            <a:r>
              <a:rPr lang="en-IN" dirty="0" smtClean="0"/>
              <a:t>#The </a:t>
            </a:r>
            <a:r>
              <a:rPr lang="en-IN" dirty="0" err="1" smtClean="0"/>
              <a:t>Sarathi</a:t>
            </a:r>
            <a:endParaRPr lang="en-IN" dirty="0"/>
          </a:p>
        </p:txBody>
      </p:sp>
      <p:sp>
        <p:nvSpPr>
          <p:cNvPr id="7" name="Slide Number Placeholder 6"/>
          <p:cNvSpPr>
            <a:spLocks noGrp="1"/>
          </p:cNvSpPr>
          <p:nvPr>
            <p:ph type="sldNum" sz="quarter" idx="12"/>
          </p:nvPr>
        </p:nvSpPr>
        <p:spPr>
          <a:xfrm>
            <a:off x="11267556" y="6419837"/>
            <a:ext cx="753545" cy="365125"/>
          </a:xfrm>
        </p:spPr>
        <p:txBody>
          <a:bodyPr/>
          <a:lstStyle/>
          <a:p>
            <a:fld id="{61983954-4A15-4168-A4D8-433FC1831E92}" type="slidenum">
              <a:rPr lang="en-IN" smtClean="0"/>
              <a:t>5</a:t>
            </a:fld>
            <a:endParaRPr lang="en-IN" dirty="0"/>
          </a:p>
        </p:txBody>
      </p:sp>
    </p:spTree>
    <p:extLst>
      <p:ext uri="{BB962C8B-B14F-4D97-AF65-F5344CB8AC3E}">
        <p14:creationId xmlns:p14="http://schemas.microsoft.com/office/powerpoint/2010/main" val="29169567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28938" y="1714500"/>
            <a:ext cx="6100762" cy="3108543"/>
          </a:xfrm>
          <a:prstGeom prst="rect">
            <a:avLst/>
          </a:prstGeom>
          <a:noFill/>
        </p:spPr>
        <p:txBody>
          <a:bodyPr wrap="square" lIns="91440" tIns="45720" rIns="91440" bIns="45720">
            <a:spAutoFit/>
          </a:bodyPr>
          <a:lstStyle/>
          <a:p>
            <a:pPr algn="ctr"/>
            <a:endParaRPr lang="en-US" sz="8800" b="1" cap="none" spc="50" dirty="0" smtClean="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5" name="TextBox 4"/>
          <p:cNvSpPr txBox="1"/>
          <p:nvPr/>
        </p:nvSpPr>
        <p:spPr>
          <a:xfrm>
            <a:off x="666206" y="407423"/>
            <a:ext cx="10787775" cy="646331"/>
          </a:xfrm>
          <a:prstGeom prst="rect">
            <a:avLst/>
          </a:prstGeom>
          <a:noFill/>
        </p:spPr>
        <p:txBody>
          <a:bodyPr wrap="square" rtlCol="0">
            <a:spAutoFit/>
          </a:bodyPr>
          <a:lstStyle/>
          <a:p>
            <a:r>
              <a:rPr lang="en-GB" sz="3600" b="1" u="sng" dirty="0" smtClean="0">
                <a:latin typeface="Britannic Bold" panose="020B0903060703020204" pitchFamily="34" charset="0"/>
              </a:rPr>
              <a:t>Small Things – Big Change</a:t>
            </a:r>
            <a:endParaRPr lang="en-IN" sz="3600" b="1" u="sng" dirty="0">
              <a:latin typeface="Britannic Bold" panose="020B0903060703020204" pitchFamily="34" charset="0"/>
            </a:endParaRPr>
          </a:p>
        </p:txBody>
      </p:sp>
      <p:sp>
        <p:nvSpPr>
          <p:cNvPr id="7" name="TextBox 6"/>
          <p:cNvSpPr txBox="1"/>
          <p:nvPr/>
        </p:nvSpPr>
        <p:spPr>
          <a:xfrm>
            <a:off x="783772" y="1430583"/>
            <a:ext cx="10670209" cy="4893647"/>
          </a:xfrm>
          <a:prstGeom prst="rect">
            <a:avLst/>
          </a:prstGeom>
          <a:noFill/>
        </p:spPr>
        <p:txBody>
          <a:bodyPr wrap="square" rtlCol="0">
            <a:spAutoFit/>
          </a:bodyPr>
          <a:lstStyle/>
          <a:p>
            <a:pPr marL="342900" indent="-342900">
              <a:buClr>
                <a:schemeClr val="tx1">
                  <a:lumMod val="95000"/>
                  <a:lumOff val="5000"/>
                </a:schemeClr>
              </a:buClr>
              <a:buSzPct val="100000"/>
              <a:buFont typeface="Arial" panose="020B0604020202020204" pitchFamily="34" charset="0"/>
              <a:buChar char="»"/>
            </a:pPr>
            <a:r>
              <a:rPr lang="en-GB" sz="2400" dirty="0" smtClean="0">
                <a:latin typeface="Bell MT" panose="02020503060305020303" pitchFamily="18" charset="0"/>
                <a:cs typeface="Arial" panose="020B0604020202020204" pitchFamily="34" charset="0"/>
              </a:rPr>
              <a:t>Swami advices us to be Vigilant about the small things.</a:t>
            </a:r>
          </a:p>
          <a:p>
            <a:pPr marL="342900" indent="-342900">
              <a:buFont typeface="Arial" panose="020B0604020202020204" pitchFamily="34" charset="0"/>
              <a:buChar char="•"/>
            </a:pPr>
            <a:endParaRPr lang="en-GB" sz="2400" dirty="0" smtClean="0">
              <a:latin typeface="Bell MT" panose="02020503060305020303" pitchFamily="18" charset="0"/>
              <a:cs typeface="Arial" panose="020B0604020202020204" pitchFamily="34" charset="0"/>
            </a:endParaRPr>
          </a:p>
          <a:p>
            <a:pPr marL="342900" indent="-342900">
              <a:buFont typeface="Arial" panose="020B0604020202020204" pitchFamily="34" charset="0"/>
              <a:buChar char="»"/>
            </a:pPr>
            <a:r>
              <a:rPr lang="en-GB" sz="2400" dirty="0" smtClean="0">
                <a:latin typeface="Bell MT" panose="02020503060305020303" pitchFamily="18" charset="0"/>
                <a:cs typeface="Arial" panose="020B0604020202020204" pitchFamily="34" charset="0"/>
              </a:rPr>
              <a:t>The Hundred little things that you indulge in every moment harden into habits and wrap Character and  Personality.</a:t>
            </a:r>
          </a:p>
          <a:p>
            <a:endParaRPr lang="en-GB" sz="2400" dirty="0">
              <a:latin typeface="Bell MT" panose="02020503060305020303" pitchFamily="18" charset="0"/>
              <a:cs typeface="Arial" panose="020B0604020202020204" pitchFamily="34" charset="0"/>
            </a:endParaRPr>
          </a:p>
          <a:p>
            <a:pPr marL="342900" indent="-342900">
              <a:buFont typeface="Arial" panose="020B0604020202020204" pitchFamily="34" charset="0"/>
              <a:buChar char="»"/>
            </a:pPr>
            <a:r>
              <a:rPr lang="en-GB" sz="2400" dirty="0" smtClean="0">
                <a:latin typeface="Bell MT" panose="02020503060305020303" pitchFamily="18" charset="0"/>
                <a:cs typeface="Arial" panose="020B0604020202020204" pitchFamily="34" charset="0"/>
              </a:rPr>
              <a:t>Like how a small sapling can enormously grow into a humongous tree, every small action done by us is ultimately directed towards the Overall Character Development and Change .</a:t>
            </a:r>
          </a:p>
          <a:p>
            <a:pPr marL="342900" indent="-342900">
              <a:buFont typeface="Arial" panose="020B0604020202020204" pitchFamily="34" charset="0"/>
              <a:buChar char="•"/>
            </a:pPr>
            <a:endParaRPr lang="en-GB" sz="2400" dirty="0">
              <a:latin typeface="Bell MT" panose="02020503060305020303" pitchFamily="18" charset="0"/>
              <a:cs typeface="Arial" panose="020B0604020202020204" pitchFamily="34" charset="0"/>
            </a:endParaRPr>
          </a:p>
          <a:p>
            <a:pPr marL="342900" indent="-342900">
              <a:buFont typeface="Arial" panose="020B0604020202020204" pitchFamily="34" charset="0"/>
              <a:buChar char="»"/>
            </a:pPr>
            <a:r>
              <a:rPr lang="en-GB" sz="2400" dirty="0" smtClean="0">
                <a:latin typeface="Bell MT" panose="02020503060305020303" pitchFamily="18" charset="0"/>
                <a:cs typeface="Arial" panose="020B0604020202020204" pitchFamily="34" charset="0"/>
              </a:rPr>
              <a:t>Such small actions include things like controlling Emotions.</a:t>
            </a:r>
          </a:p>
          <a:p>
            <a:pPr marL="342900" indent="-342900">
              <a:buFont typeface="Arial" panose="020B0604020202020204" pitchFamily="34" charset="0"/>
              <a:buChar char="•"/>
            </a:pPr>
            <a:endParaRPr lang="en-GB" sz="2400" dirty="0">
              <a:latin typeface="Bell MT" panose="02020503060305020303" pitchFamily="18" charset="0"/>
              <a:cs typeface="Arial" panose="020B0604020202020204" pitchFamily="34" charset="0"/>
            </a:endParaRPr>
          </a:p>
          <a:p>
            <a:pPr marL="342900" indent="-342900">
              <a:buFont typeface="Arial" panose="020B0604020202020204" pitchFamily="34" charset="0"/>
              <a:buChar char="»"/>
            </a:pPr>
            <a:r>
              <a:rPr lang="en-GB" sz="2400" dirty="0" smtClean="0">
                <a:latin typeface="Bell MT" panose="02020503060305020303" pitchFamily="18" charset="0"/>
                <a:cs typeface="Arial" panose="020B0604020202020204" pitchFamily="34" charset="0"/>
              </a:rPr>
              <a:t>For example, when someone causes you mental pain, do not give room  </a:t>
            </a:r>
            <a:r>
              <a:rPr lang="en-IN" sz="2400" dirty="0" smtClean="0">
                <a:latin typeface="Bell MT" panose="02020503060305020303" pitchFamily="18" charset="0"/>
                <a:cs typeface="Arial" panose="020B0604020202020204" pitchFamily="34" charset="0"/>
              </a:rPr>
              <a:t>for Anger, instead hold on to yourself.</a:t>
            </a:r>
            <a:endParaRPr lang="en-GB" sz="2400" dirty="0" smtClean="0">
              <a:latin typeface="Bell MT" panose="02020503060305020303" pitchFamily="18" charset="0"/>
              <a:cs typeface="Arial" panose="020B0604020202020204" pitchFamily="34" charset="0"/>
            </a:endParaRPr>
          </a:p>
        </p:txBody>
      </p:sp>
      <p:sp>
        <p:nvSpPr>
          <p:cNvPr id="2" name="Footer Placeholder 1"/>
          <p:cNvSpPr>
            <a:spLocks noGrp="1"/>
          </p:cNvSpPr>
          <p:nvPr>
            <p:ph type="ftr" sz="quarter" idx="11"/>
          </p:nvPr>
        </p:nvSpPr>
        <p:spPr>
          <a:xfrm>
            <a:off x="127983" y="6324230"/>
            <a:ext cx="6672865" cy="365125"/>
          </a:xfrm>
        </p:spPr>
        <p:txBody>
          <a:bodyPr/>
          <a:lstStyle/>
          <a:p>
            <a:r>
              <a:rPr lang="en-IN" dirty="0" smtClean="0"/>
              <a:t>#The </a:t>
            </a:r>
            <a:r>
              <a:rPr lang="en-IN" dirty="0" err="1" smtClean="0"/>
              <a:t>Sarathi</a:t>
            </a:r>
            <a:endParaRPr lang="en-IN" dirty="0"/>
          </a:p>
        </p:txBody>
      </p:sp>
      <p:sp>
        <p:nvSpPr>
          <p:cNvPr id="3" name="Slide Number Placeholder 2"/>
          <p:cNvSpPr>
            <a:spLocks noGrp="1"/>
          </p:cNvSpPr>
          <p:nvPr>
            <p:ph type="sldNum" sz="quarter" idx="12"/>
          </p:nvPr>
        </p:nvSpPr>
        <p:spPr>
          <a:xfrm>
            <a:off x="11242673" y="6324229"/>
            <a:ext cx="753545" cy="365125"/>
          </a:xfrm>
        </p:spPr>
        <p:txBody>
          <a:bodyPr/>
          <a:lstStyle/>
          <a:p>
            <a:fld id="{61983954-4A15-4168-A4D8-433FC1831E92}" type="slidenum">
              <a:rPr lang="en-IN" smtClean="0"/>
              <a:t>6</a:t>
            </a:fld>
            <a:endParaRPr lang="en-IN" dirty="0"/>
          </a:p>
        </p:txBody>
      </p:sp>
    </p:spTree>
    <p:extLst>
      <p:ext uri="{BB962C8B-B14F-4D97-AF65-F5344CB8AC3E}">
        <p14:creationId xmlns:p14="http://schemas.microsoft.com/office/powerpoint/2010/main" val="107133066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28938" y="1714500"/>
            <a:ext cx="6100762" cy="3108543"/>
          </a:xfrm>
          <a:prstGeom prst="rect">
            <a:avLst/>
          </a:prstGeom>
          <a:noFill/>
        </p:spPr>
        <p:txBody>
          <a:bodyPr wrap="square" lIns="91440" tIns="45720" rIns="91440" bIns="45720">
            <a:spAutoFit/>
          </a:bodyPr>
          <a:lstStyle/>
          <a:p>
            <a:pPr algn="ctr"/>
            <a:endParaRPr lang="en-US" sz="8800" b="1" cap="none" spc="50" dirty="0" smtClean="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 name="TextBox 1"/>
          <p:cNvSpPr txBox="1"/>
          <p:nvPr/>
        </p:nvSpPr>
        <p:spPr>
          <a:xfrm>
            <a:off x="514491" y="227746"/>
            <a:ext cx="4543144" cy="6524863"/>
          </a:xfrm>
          <a:prstGeom prst="rect">
            <a:avLst/>
          </a:prstGeom>
          <a:noFill/>
        </p:spPr>
        <p:txBody>
          <a:bodyPr wrap="square" rtlCol="0">
            <a:spAutoFit/>
          </a:bodyPr>
          <a:lstStyle/>
          <a:p>
            <a:pPr marL="342900" indent="-342900">
              <a:buFont typeface="Wingdings" panose="05000000000000000000" pitchFamily="2" charset="2"/>
              <a:buChar char="v"/>
            </a:pPr>
            <a:r>
              <a:rPr lang="en-GB" sz="2200" dirty="0" smtClean="0">
                <a:latin typeface="Comic Sans MS" panose="030F0702030302020204" pitchFamily="66" charset="0"/>
                <a:cs typeface="Arial" panose="020B0604020202020204" pitchFamily="34" charset="0"/>
              </a:rPr>
              <a:t>Develop courage ,confidence, hope and enthusiasm. These will stand you in good stead In the secular as well as spiritual fields.</a:t>
            </a:r>
          </a:p>
          <a:p>
            <a:endParaRPr lang="en-GB" sz="2200" dirty="0" smtClean="0">
              <a:latin typeface="Comic Sans MS" panose="030F0702030302020204" pitchFamily="66" charset="0"/>
              <a:cs typeface="Arial" panose="020B0604020202020204" pitchFamily="34" charset="0"/>
            </a:endParaRPr>
          </a:p>
          <a:p>
            <a:pPr marL="342900" indent="-342900">
              <a:buFont typeface="Wingdings" panose="05000000000000000000" pitchFamily="2" charset="2"/>
              <a:buChar char="v"/>
            </a:pPr>
            <a:r>
              <a:rPr lang="en-GB" sz="2200" dirty="0" smtClean="0">
                <a:latin typeface="Comic Sans MS" panose="030F0702030302020204" pitchFamily="66" charset="0"/>
                <a:cs typeface="Arial" panose="020B0604020202020204" pitchFamily="34" charset="0"/>
              </a:rPr>
              <a:t>Man is everywhere immersed in worry and trouble. Learn rather to spread a smile from face to face. Why make the world sadder when you can make it ten times happier.</a:t>
            </a:r>
          </a:p>
          <a:p>
            <a:pPr marL="342900" indent="-342900">
              <a:buFont typeface="Arial" panose="020B0604020202020204" pitchFamily="34" charset="0"/>
              <a:buChar char="•"/>
            </a:pPr>
            <a:endParaRPr lang="en-GB" sz="2200" dirty="0">
              <a:latin typeface="Comic Sans MS" panose="030F0702030302020204" pitchFamily="66" charset="0"/>
              <a:cs typeface="Arial" panose="020B0604020202020204" pitchFamily="34" charset="0"/>
            </a:endParaRPr>
          </a:p>
          <a:p>
            <a:pPr marL="342900" indent="-342900">
              <a:buFont typeface="Wingdings" panose="05000000000000000000" pitchFamily="2" charset="2"/>
              <a:buChar char="v"/>
            </a:pPr>
            <a:r>
              <a:rPr lang="en-GB" sz="2200" dirty="0" smtClean="0">
                <a:latin typeface="Comic Sans MS" panose="030F0702030302020204" pitchFamily="66" charset="0"/>
                <a:cs typeface="Arial" panose="020B0604020202020204" pitchFamily="34" charset="0"/>
              </a:rPr>
              <a:t>Adopt the course of </a:t>
            </a:r>
            <a:r>
              <a:rPr lang="en-GB" sz="2200" dirty="0" err="1" smtClean="0">
                <a:latin typeface="Comic Sans MS" panose="030F0702030302020204" pitchFamily="66" charset="0"/>
                <a:cs typeface="Arial" panose="020B0604020202020204" pitchFamily="34" charset="0"/>
              </a:rPr>
              <a:t>Japam</a:t>
            </a:r>
            <a:r>
              <a:rPr lang="en-GB" sz="2200" dirty="0" smtClean="0">
                <a:latin typeface="Comic Sans MS" panose="030F0702030302020204" pitchFamily="66" charset="0"/>
                <a:cs typeface="Arial" panose="020B0604020202020204" pitchFamily="34" charset="0"/>
              </a:rPr>
              <a:t> and </a:t>
            </a:r>
            <a:r>
              <a:rPr lang="en-GB" sz="2200" dirty="0" err="1" smtClean="0">
                <a:latin typeface="Comic Sans MS" panose="030F0702030302020204" pitchFamily="66" charset="0"/>
                <a:cs typeface="Arial" panose="020B0604020202020204" pitchFamily="34" charset="0"/>
              </a:rPr>
              <a:t>Dhyanam</a:t>
            </a:r>
            <a:r>
              <a:rPr lang="en-GB" sz="2200" dirty="0" smtClean="0">
                <a:latin typeface="Comic Sans MS" panose="030F0702030302020204" pitchFamily="66" charset="0"/>
                <a:cs typeface="Arial" panose="020B0604020202020204" pitchFamily="34" charset="0"/>
              </a:rPr>
              <a:t> to assuage your own grief; overcome your sorrow and be an example to the rest.</a:t>
            </a:r>
            <a:endParaRPr lang="en-GB" sz="2200" dirty="0">
              <a:latin typeface="Comic Sans MS" panose="030F0702030302020204" pitchFamily="66" charset="0"/>
              <a:cs typeface="Arial" panose="020B0604020202020204" pitchFamily="34" charset="0"/>
            </a:endParaRPr>
          </a:p>
          <a:p>
            <a:pPr marL="342900" indent="-342900">
              <a:buFont typeface="Arial" panose="020B0604020202020204" pitchFamily="34" charset="0"/>
              <a:buChar char="•"/>
            </a:pPr>
            <a:endParaRPr lang="en-IN" sz="2200"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036" y="227746"/>
            <a:ext cx="4280125" cy="6248400"/>
          </a:xfrm>
          <a:prstGeom prst="rect">
            <a:avLst/>
          </a:prstGeom>
        </p:spPr>
      </p:pic>
      <p:sp>
        <p:nvSpPr>
          <p:cNvPr id="5" name="Footer Placeholder 4"/>
          <p:cNvSpPr>
            <a:spLocks noGrp="1"/>
          </p:cNvSpPr>
          <p:nvPr>
            <p:ph type="ftr" sz="quarter" idx="11"/>
          </p:nvPr>
        </p:nvSpPr>
        <p:spPr>
          <a:xfrm>
            <a:off x="299433" y="6248400"/>
            <a:ext cx="6672865" cy="365125"/>
          </a:xfrm>
        </p:spPr>
        <p:txBody>
          <a:bodyPr/>
          <a:lstStyle/>
          <a:p>
            <a:r>
              <a:rPr lang="en-IN" dirty="0" smtClean="0"/>
              <a:t>#The </a:t>
            </a:r>
            <a:r>
              <a:rPr lang="en-IN" dirty="0" err="1" smtClean="0"/>
              <a:t>Sarathi</a:t>
            </a:r>
            <a:endParaRPr lang="en-IN" dirty="0"/>
          </a:p>
        </p:txBody>
      </p:sp>
      <p:sp>
        <p:nvSpPr>
          <p:cNvPr id="6" name="Slide Number Placeholder 5"/>
          <p:cNvSpPr>
            <a:spLocks noGrp="1"/>
          </p:cNvSpPr>
          <p:nvPr>
            <p:ph type="sldNum" sz="quarter" idx="12"/>
          </p:nvPr>
        </p:nvSpPr>
        <p:spPr>
          <a:xfrm>
            <a:off x="11051017" y="6248399"/>
            <a:ext cx="753545" cy="365125"/>
          </a:xfrm>
        </p:spPr>
        <p:txBody>
          <a:bodyPr/>
          <a:lstStyle/>
          <a:p>
            <a:fld id="{61983954-4A15-4168-A4D8-433FC1831E92}" type="slidenum">
              <a:rPr lang="en-IN" smtClean="0"/>
              <a:t>7</a:t>
            </a:fld>
            <a:endParaRPr lang="en-IN"/>
          </a:p>
        </p:txBody>
      </p:sp>
    </p:spTree>
    <p:extLst>
      <p:ext uri="{BB962C8B-B14F-4D97-AF65-F5344CB8AC3E}">
        <p14:creationId xmlns:p14="http://schemas.microsoft.com/office/powerpoint/2010/main" val="18424463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6699" y="-36195"/>
            <a:ext cx="6166484" cy="6894195"/>
          </a:xfrm>
          <a:prstGeom prst="rect">
            <a:avLst/>
          </a:prstGeom>
          <a:noFill/>
        </p:spPr>
        <p:txBody>
          <a:bodyPr wrap="square" rtlCol="0">
            <a:spAutoFit/>
          </a:bodyPr>
          <a:lstStyle/>
          <a:p>
            <a:r>
              <a:rPr lang="en-GB" sz="2600" dirty="0" smtClean="0"/>
              <a:t>Baba always emphasises moderation. He does not advocate asceticism for all.</a:t>
            </a:r>
          </a:p>
          <a:p>
            <a:r>
              <a:rPr lang="en-GB" sz="2600" dirty="0" smtClean="0"/>
              <a:t>He speaks of the body as a </a:t>
            </a:r>
            <a:r>
              <a:rPr lang="en-GB" sz="2600" dirty="0" err="1" smtClean="0"/>
              <a:t>god-given</a:t>
            </a:r>
            <a:r>
              <a:rPr lang="en-GB" sz="2600" dirty="0" smtClean="0"/>
              <a:t> implement. “understand it </a:t>
            </a:r>
            <a:r>
              <a:rPr lang="en-GB" sz="2600" dirty="0" err="1" smtClean="0"/>
              <a:t>well;make</a:t>
            </a:r>
            <a:r>
              <a:rPr lang="en-GB" sz="2600" dirty="0" smtClean="0"/>
              <a:t> it obey your will; never bow down to it and follow it’s whimsical demands; train it carefully to </a:t>
            </a:r>
            <a:r>
              <a:rPr lang="en-GB" sz="2600" dirty="0" err="1" smtClean="0"/>
              <a:t>subserve</a:t>
            </a:r>
            <a:r>
              <a:rPr lang="en-GB" sz="2600" dirty="0" smtClean="0"/>
              <a:t> your welfare.”</a:t>
            </a:r>
          </a:p>
          <a:p>
            <a:endParaRPr lang="en-GB" sz="2600" dirty="0" smtClean="0"/>
          </a:p>
          <a:p>
            <a:r>
              <a:rPr lang="en-GB" sz="2600" dirty="0" smtClean="0"/>
              <a:t>Respect </a:t>
            </a:r>
            <a:r>
              <a:rPr lang="en-GB" sz="2600" dirty="0" smtClean="0"/>
              <a:t>the Guru as a person who shows you the path , who looks after your progress and who is interested in your welfare, that is all. Do not take him to be all-pervasive and all-powerful. The Lord alone can be treated and felt as the universal.</a:t>
            </a:r>
          </a:p>
          <a:p>
            <a:endParaRPr lang="en-GB" sz="2600" dirty="0"/>
          </a:p>
          <a:p>
            <a:r>
              <a:rPr lang="en-GB" sz="2600" dirty="0"/>
              <a:t> </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3183" y="273231"/>
            <a:ext cx="4489268" cy="6125981"/>
          </a:xfrm>
          <a:prstGeom prst="rect">
            <a:avLst/>
          </a:prstGeom>
        </p:spPr>
      </p:pic>
      <p:sp>
        <p:nvSpPr>
          <p:cNvPr id="3" name="Footer Placeholder 2"/>
          <p:cNvSpPr>
            <a:spLocks noGrp="1"/>
          </p:cNvSpPr>
          <p:nvPr>
            <p:ph type="ftr" sz="quarter" idx="11"/>
          </p:nvPr>
        </p:nvSpPr>
        <p:spPr>
          <a:xfrm>
            <a:off x="256418" y="6216650"/>
            <a:ext cx="6672865" cy="365125"/>
          </a:xfrm>
        </p:spPr>
        <p:txBody>
          <a:bodyPr/>
          <a:lstStyle/>
          <a:p>
            <a:r>
              <a:rPr lang="en-IN" dirty="0" smtClean="0"/>
              <a:t>#The </a:t>
            </a:r>
            <a:r>
              <a:rPr lang="en-IN" dirty="0" err="1" smtClean="0"/>
              <a:t>Sarathi</a:t>
            </a:r>
            <a:endParaRPr lang="en-IN" dirty="0"/>
          </a:p>
        </p:txBody>
      </p:sp>
      <p:sp>
        <p:nvSpPr>
          <p:cNvPr id="5" name="Slide Number Placeholder 4"/>
          <p:cNvSpPr>
            <a:spLocks noGrp="1"/>
          </p:cNvSpPr>
          <p:nvPr>
            <p:ph type="sldNum" sz="quarter" idx="12"/>
          </p:nvPr>
        </p:nvSpPr>
        <p:spPr>
          <a:xfrm>
            <a:off x="11314111" y="6216649"/>
            <a:ext cx="753545" cy="365125"/>
          </a:xfrm>
        </p:spPr>
        <p:txBody>
          <a:bodyPr/>
          <a:lstStyle/>
          <a:p>
            <a:fld id="{61983954-4A15-4168-A4D8-433FC1831E92}" type="slidenum">
              <a:rPr lang="en-IN" smtClean="0"/>
              <a:t>8</a:t>
            </a:fld>
            <a:endParaRPr lang="en-IN" dirty="0"/>
          </a:p>
        </p:txBody>
      </p:sp>
    </p:spTree>
    <p:extLst>
      <p:ext uri="{BB962C8B-B14F-4D97-AF65-F5344CB8AC3E}">
        <p14:creationId xmlns:p14="http://schemas.microsoft.com/office/powerpoint/2010/main" val="64582203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5813" y="671513"/>
            <a:ext cx="10601325" cy="5729287"/>
          </a:xfrm>
          <a:prstGeom prst="rect">
            <a:avLst/>
          </a:prstGeom>
          <a:noFill/>
        </p:spPr>
        <p:txBody>
          <a:bodyPr wrap="square" rtlCol="0">
            <a:spAutoFit/>
          </a:bodyPr>
          <a:lstStyle/>
          <a:p>
            <a:endParaRPr lang="en-IN"/>
          </a:p>
        </p:txBody>
      </p:sp>
      <p:sp>
        <p:nvSpPr>
          <p:cNvPr id="3" name="TextBox 2"/>
          <p:cNvSpPr txBox="1"/>
          <p:nvPr/>
        </p:nvSpPr>
        <p:spPr>
          <a:xfrm>
            <a:off x="1293223" y="1018903"/>
            <a:ext cx="10424160" cy="5632311"/>
          </a:xfrm>
          <a:prstGeom prst="rect">
            <a:avLst/>
          </a:prstGeom>
          <a:noFill/>
        </p:spPr>
        <p:txBody>
          <a:bodyPr wrap="square" rtlCol="0">
            <a:spAutoFit/>
          </a:bodyPr>
          <a:lstStyle/>
          <a:p>
            <a:pPr marL="342900" indent="-342900">
              <a:buFont typeface="Wingdings" panose="05000000000000000000" pitchFamily="2" charset="2"/>
              <a:buChar char="q"/>
            </a:pPr>
            <a:r>
              <a:rPr lang="en-GB" sz="2400" dirty="0" smtClean="0"/>
              <a:t>Man must welcome trouble, for that alone brings out he sweetness of the </a:t>
            </a:r>
            <a:r>
              <a:rPr lang="en-GB" sz="2400" dirty="0" err="1" smtClean="0"/>
              <a:t>spitit</a:t>
            </a:r>
            <a:r>
              <a:rPr lang="en-GB" sz="2400" dirty="0" smtClean="0"/>
              <a:t> within.</a:t>
            </a:r>
          </a:p>
          <a:p>
            <a:r>
              <a:rPr lang="en-GB" sz="2400" dirty="0"/>
              <a:t> </a:t>
            </a:r>
            <a:r>
              <a:rPr lang="en-GB" sz="2400" dirty="0" smtClean="0"/>
              <a:t>                       </a:t>
            </a:r>
            <a:r>
              <a:rPr lang="en-GB" sz="2400" dirty="0" smtClean="0"/>
              <a:t>Ex</a:t>
            </a:r>
            <a:r>
              <a:rPr lang="en-GB" sz="2400" dirty="0" smtClean="0"/>
              <a:t>:- Goldsmith</a:t>
            </a:r>
          </a:p>
          <a:p>
            <a:pPr marL="285750" indent="-285750">
              <a:buFont typeface="Arial" panose="020B0604020202020204" pitchFamily="34" charset="0"/>
              <a:buChar char="•"/>
            </a:pPr>
            <a:endParaRPr lang="en-GB" sz="2400" dirty="0" smtClean="0"/>
          </a:p>
          <a:p>
            <a:pPr marL="342900" indent="-342900">
              <a:buFont typeface="Wingdings" panose="05000000000000000000" pitchFamily="2" charset="2"/>
              <a:buChar char="q"/>
            </a:pPr>
            <a:r>
              <a:rPr lang="en-GB" sz="2400" dirty="0" smtClean="0"/>
              <a:t>Baba is the healer, the restorer of drooping spirits, the unique reviver. He does not permit anyone to  say,”</a:t>
            </a:r>
            <a:r>
              <a:rPr lang="en-GB" sz="2400" dirty="0" err="1" smtClean="0"/>
              <a:t>Iam</a:t>
            </a:r>
            <a:r>
              <a:rPr lang="en-GB" sz="2400" dirty="0" smtClean="0"/>
              <a:t> sin, born of sin ,a sinful soul”. When any devotee abuses themselves ,baba immediately pulls him </a:t>
            </a:r>
            <a:r>
              <a:rPr lang="en-GB" sz="2400" dirty="0" err="1" smtClean="0"/>
              <a:t>up.”When</a:t>
            </a:r>
            <a:r>
              <a:rPr lang="en-GB" sz="2400" dirty="0" smtClean="0"/>
              <a:t> I  have come for your sake, you should not feel so”, He says.</a:t>
            </a:r>
          </a:p>
          <a:p>
            <a:pPr marL="285750" indent="-285750">
              <a:buFont typeface="Arial" panose="020B0604020202020204" pitchFamily="34" charset="0"/>
              <a:buChar char="•"/>
            </a:pPr>
            <a:endParaRPr lang="en-GB" sz="2400" dirty="0"/>
          </a:p>
          <a:p>
            <a:pPr marL="342900" indent="-342900">
              <a:buFont typeface="Wingdings" panose="05000000000000000000" pitchFamily="2" charset="2"/>
              <a:buChar char="q"/>
            </a:pPr>
            <a:r>
              <a:rPr lang="en-GB" sz="2400" dirty="0"/>
              <a:t>Baba equates </a:t>
            </a:r>
            <a:r>
              <a:rPr lang="en-GB" sz="2400" dirty="0" err="1"/>
              <a:t>Balam</a:t>
            </a:r>
            <a:r>
              <a:rPr lang="en-GB" sz="2400" dirty="0"/>
              <a:t> with </a:t>
            </a:r>
            <a:r>
              <a:rPr lang="en-GB" sz="2400" dirty="0" err="1"/>
              <a:t>Punyam</a:t>
            </a:r>
            <a:r>
              <a:rPr lang="en-GB" sz="2400" dirty="0"/>
              <a:t>, and </a:t>
            </a:r>
            <a:r>
              <a:rPr lang="en-GB" sz="2400" dirty="0" err="1"/>
              <a:t>Dourbalyam</a:t>
            </a:r>
            <a:r>
              <a:rPr lang="en-GB" sz="2400" dirty="0"/>
              <a:t> with </a:t>
            </a:r>
            <a:r>
              <a:rPr lang="en-GB" sz="2400" dirty="0" err="1"/>
              <a:t>Papam</a:t>
            </a:r>
            <a:r>
              <a:rPr lang="en-GB" sz="2400" dirty="0"/>
              <a:t>; that is to say, "Weakness is sin; Strength is holy." Physical, mental and spiritual strength, all three are essential, but the biggest source of all three is Faith in oneself, in the </a:t>
            </a:r>
            <a:r>
              <a:rPr lang="en-GB" sz="2400" dirty="0" err="1"/>
              <a:t>Paramatma</a:t>
            </a:r>
            <a:r>
              <a:rPr lang="en-GB" sz="2400" dirty="0"/>
              <a:t> </a:t>
            </a:r>
            <a:r>
              <a:rPr lang="en-GB" sz="2400" dirty="0" smtClean="0"/>
              <a:t>within.</a:t>
            </a:r>
            <a:endParaRPr lang="en-GB" sz="2400" dirty="0"/>
          </a:p>
          <a:p>
            <a:pPr marL="285750" indent="-285750">
              <a:buFont typeface="Arial" panose="020B0604020202020204" pitchFamily="34" charset="0"/>
              <a:buChar char="•"/>
            </a:pPr>
            <a:endParaRPr lang="en-GB" sz="2400" dirty="0" smtClean="0"/>
          </a:p>
          <a:p>
            <a:r>
              <a:rPr lang="en-GB" sz="2400" dirty="0" smtClean="0"/>
              <a:t> </a:t>
            </a:r>
            <a:endParaRPr lang="en-IN" sz="2400" dirty="0"/>
          </a:p>
        </p:txBody>
      </p:sp>
      <p:sp>
        <p:nvSpPr>
          <p:cNvPr id="4" name="Footer Placeholder 3"/>
          <p:cNvSpPr>
            <a:spLocks noGrp="1"/>
          </p:cNvSpPr>
          <p:nvPr>
            <p:ph type="ftr" sz="quarter" idx="11"/>
          </p:nvPr>
        </p:nvSpPr>
        <p:spPr/>
        <p:txBody>
          <a:bodyPr/>
          <a:lstStyle/>
          <a:p>
            <a:r>
              <a:rPr lang="en-IN" smtClean="0"/>
              <a:t>#The Sarathi</a:t>
            </a:r>
            <a:endParaRPr lang="en-IN"/>
          </a:p>
        </p:txBody>
      </p:sp>
      <p:sp>
        <p:nvSpPr>
          <p:cNvPr id="5" name="Slide Number Placeholder 4"/>
          <p:cNvSpPr>
            <a:spLocks noGrp="1"/>
          </p:cNvSpPr>
          <p:nvPr>
            <p:ph type="sldNum" sz="quarter" idx="12"/>
          </p:nvPr>
        </p:nvSpPr>
        <p:spPr/>
        <p:txBody>
          <a:bodyPr/>
          <a:lstStyle/>
          <a:p>
            <a:fld id="{61983954-4A15-4168-A4D8-433FC1831E92}" type="slidenum">
              <a:rPr lang="en-IN" smtClean="0"/>
              <a:t>9</a:t>
            </a:fld>
            <a:endParaRPr lang="en-IN"/>
          </a:p>
        </p:txBody>
      </p:sp>
    </p:spTree>
    <p:extLst>
      <p:ext uri="{BB962C8B-B14F-4D97-AF65-F5344CB8AC3E}">
        <p14:creationId xmlns:p14="http://schemas.microsoft.com/office/powerpoint/2010/main" val="1691126941"/>
      </p:ext>
    </p:extLst>
  </p:cSld>
  <p:clrMapOvr>
    <a:masterClrMapping/>
  </p:clrMapOvr>
  <p:transition spd="slow">
    <p:comb/>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4435" y="255493"/>
            <a:ext cx="10654937" cy="3662541"/>
          </a:xfrm>
          <a:prstGeom prst="rect">
            <a:avLst/>
          </a:prstGeom>
        </p:spPr>
        <p:txBody>
          <a:bodyPr wrap="square">
            <a:spAutoFit/>
          </a:bodyPr>
          <a:lstStyle/>
          <a:p>
            <a:pPr marL="342900" indent="-342900">
              <a:buFont typeface="Wingdings" panose="05000000000000000000" pitchFamily="2" charset="2"/>
              <a:buChar char="Ø"/>
            </a:pPr>
            <a:r>
              <a:rPr lang="en-GB" sz="2400" dirty="0"/>
              <a:t>He writes and speaks of </a:t>
            </a:r>
            <a:r>
              <a:rPr lang="en-GB" sz="2400" b="1" dirty="0"/>
              <a:t>Paropakaram</a:t>
            </a:r>
            <a:r>
              <a:rPr lang="en-GB" sz="2400" dirty="0"/>
              <a:t> as </a:t>
            </a:r>
            <a:r>
              <a:rPr lang="en-GB" sz="2400" dirty="0" smtClean="0"/>
              <a:t>ultimately </a:t>
            </a:r>
            <a:r>
              <a:rPr lang="en-GB" sz="2400" b="1" dirty="0" smtClean="0"/>
              <a:t>'</a:t>
            </a:r>
            <a:r>
              <a:rPr lang="en-GB" sz="2400" b="1" dirty="0" err="1" smtClean="0"/>
              <a:t>Upakaram</a:t>
            </a:r>
            <a:r>
              <a:rPr lang="en-GB" sz="2400" b="1" dirty="0" smtClean="0"/>
              <a:t> for </a:t>
            </a:r>
            <a:r>
              <a:rPr lang="en-GB" sz="2400" b="1" dirty="0"/>
              <a:t>oneself</a:t>
            </a:r>
            <a:r>
              <a:rPr lang="en-GB" sz="2400" dirty="0"/>
              <a:t>', and Parahimsa as ultimately 'Himsa against oneself'. </a:t>
            </a:r>
            <a:r>
              <a:rPr lang="en-GB" sz="2400" dirty="0" smtClean="0"/>
              <a:t> Likewise </a:t>
            </a:r>
            <a:r>
              <a:rPr lang="en-GB" sz="2400" dirty="0" smtClean="0"/>
              <a:t>let’s think this work as not as an assignment, but think this as a service of explaining the chapter to all your brothers.</a:t>
            </a:r>
          </a:p>
          <a:p>
            <a:endParaRPr lang="en-GB" sz="2400" dirty="0" smtClean="0"/>
          </a:p>
          <a:p>
            <a:pPr marL="342900" indent="-342900">
              <a:buFont typeface="Wingdings" panose="05000000000000000000" pitchFamily="2" charset="2"/>
              <a:buChar char="Ø"/>
            </a:pPr>
            <a:r>
              <a:rPr lang="en-GB" sz="2400" dirty="0"/>
              <a:t>"Use the power and knowledge and attainments the Lord has endowed you with for the greater glory of the Lord, with sincerity and without any </a:t>
            </a:r>
            <a:r>
              <a:rPr lang="en-GB" sz="2400" dirty="0" smtClean="0"/>
              <a:t>malingering.</a:t>
            </a:r>
          </a:p>
          <a:p>
            <a:pPr marL="342900" indent="-342900">
              <a:buFont typeface="Wingdings" panose="05000000000000000000" pitchFamily="2" charset="2"/>
              <a:buChar char="Ø"/>
            </a:pPr>
            <a:endParaRPr lang="en-GB" sz="2000" dirty="0"/>
          </a:p>
          <a:p>
            <a:pPr marL="342900" indent="-342900">
              <a:buFont typeface="Wingdings" panose="05000000000000000000" pitchFamily="2" charset="2"/>
              <a:buChar char="Ø"/>
            </a:pPr>
            <a:endParaRPr lang="en-IN" sz="20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3388" y="3091502"/>
            <a:ext cx="5327469" cy="3309298"/>
          </a:xfrm>
          <a:prstGeom prst="rect">
            <a:avLst/>
          </a:prstGeom>
        </p:spPr>
      </p:pic>
      <p:sp>
        <p:nvSpPr>
          <p:cNvPr id="3" name="Footer Placeholder 2"/>
          <p:cNvSpPr>
            <a:spLocks noGrp="1"/>
          </p:cNvSpPr>
          <p:nvPr>
            <p:ph type="ftr" sz="quarter" idx="11"/>
          </p:nvPr>
        </p:nvSpPr>
        <p:spPr/>
        <p:txBody>
          <a:bodyPr/>
          <a:lstStyle/>
          <a:p>
            <a:r>
              <a:rPr lang="en-IN" smtClean="0"/>
              <a:t>#The Sarathi</a:t>
            </a:r>
            <a:endParaRPr lang="en-IN"/>
          </a:p>
        </p:txBody>
      </p:sp>
      <p:sp>
        <p:nvSpPr>
          <p:cNvPr id="5" name="Slide Number Placeholder 4"/>
          <p:cNvSpPr>
            <a:spLocks noGrp="1"/>
          </p:cNvSpPr>
          <p:nvPr>
            <p:ph type="sldNum" sz="quarter" idx="12"/>
          </p:nvPr>
        </p:nvSpPr>
        <p:spPr/>
        <p:txBody>
          <a:bodyPr/>
          <a:lstStyle/>
          <a:p>
            <a:fld id="{61983954-4A15-4168-A4D8-433FC1831E92}" type="slidenum">
              <a:rPr lang="en-IN" smtClean="0"/>
              <a:t>10</a:t>
            </a:fld>
            <a:endParaRPr lang="en-IN"/>
          </a:p>
        </p:txBody>
      </p:sp>
    </p:spTree>
    <p:extLst>
      <p:ext uri="{BB962C8B-B14F-4D97-AF65-F5344CB8AC3E}">
        <p14:creationId xmlns:p14="http://schemas.microsoft.com/office/powerpoint/2010/main" val="3941075257"/>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88720" y="527260"/>
            <a:ext cx="10515600" cy="2472452"/>
          </a:xfrm>
          <a:prstGeom prst="rect">
            <a:avLst/>
          </a:prstGeom>
          <a:noFill/>
        </p:spPr>
        <p:txBody>
          <a:bodyPr wrap="square" rtlCol="0">
            <a:spAutoFit/>
          </a:bodyPr>
          <a:lstStyle/>
          <a:p>
            <a:endParaRPr lang="en-IN" dirty="0"/>
          </a:p>
        </p:txBody>
      </p:sp>
      <p:sp>
        <p:nvSpPr>
          <p:cNvPr id="4" name="TextBox 3"/>
          <p:cNvSpPr txBox="1"/>
          <p:nvPr/>
        </p:nvSpPr>
        <p:spPr>
          <a:xfrm>
            <a:off x="849086" y="1286691"/>
            <a:ext cx="6008914" cy="5447645"/>
          </a:xfrm>
          <a:prstGeom prst="rect">
            <a:avLst/>
          </a:prstGeom>
          <a:noFill/>
        </p:spPr>
        <p:txBody>
          <a:bodyPr wrap="square" rtlCol="0">
            <a:spAutoFit/>
          </a:bodyPr>
          <a:lstStyle/>
          <a:p>
            <a:r>
              <a:rPr lang="en-GB" sz="2400" dirty="0">
                <a:latin typeface="Ebrima" panose="02000000000000000000" pitchFamily="2" charset="0"/>
                <a:ea typeface="Ebrima" panose="02000000000000000000" pitchFamily="2" charset="0"/>
                <a:cs typeface="Ebrima" panose="02000000000000000000" pitchFamily="2" charset="0"/>
              </a:rPr>
              <a:t>There is a sense of urgency in the commands that emanate from Baba, for, as He says, the time to start on the path of </a:t>
            </a:r>
            <a:r>
              <a:rPr lang="en-GB" sz="2400" dirty="0" err="1">
                <a:latin typeface="Ebrima" panose="02000000000000000000" pitchFamily="2" charset="0"/>
                <a:ea typeface="Ebrima" panose="02000000000000000000" pitchFamily="2" charset="0"/>
                <a:cs typeface="Ebrima" panose="02000000000000000000" pitchFamily="2" charset="0"/>
              </a:rPr>
              <a:t>sadhana</a:t>
            </a:r>
            <a:r>
              <a:rPr lang="en-GB" sz="2400" dirty="0">
                <a:latin typeface="Ebrima" panose="02000000000000000000" pitchFamily="2" charset="0"/>
                <a:ea typeface="Ebrima" panose="02000000000000000000" pitchFamily="2" charset="0"/>
                <a:cs typeface="Ebrima" panose="02000000000000000000" pitchFamily="2" charset="0"/>
              </a:rPr>
              <a:t> is </a:t>
            </a:r>
            <a:r>
              <a:rPr lang="en-GB" sz="2400" dirty="0" smtClean="0">
                <a:latin typeface="Ebrima" panose="02000000000000000000" pitchFamily="2" charset="0"/>
                <a:ea typeface="Ebrima" panose="02000000000000000000" pitchFamily="2" charset="0"/>
                <a:cs typeface="Ebrima" panose="02000000000000000000" pitchFamily="2" charset="0"/>
              </a:rPr>
              <a:t>'now‘.</a:t>
            </a:r>
          </a:p>
          <a:p>
            <a:endParaRPr lang="en-GB" sz="2400" dirty="0" smtClean="0">
              <a:latin typeface="Ebrima" panose="02000000000000000000" pitchFamily="2" charset="0"/>
              <a:ea typeface="Ebrima" panose="02000000000000000000" pitchFamily="2" charset="0"/>
              <a:cs typeface="Ebrima" panose="02000000000000000000" pitchFamily="2" charset="0"/>
            </a:endParaRPr>
          </a:p>
          <a:p>
            <a:r>
              <a:rPr lang="en-GB" sz="2400" dirty="0">
                <a:latin typeface="Ebrima" panose="02000000000000000000" pitchFamily="2" charset="0"/>
                <a:ea typeface="Ebrima" panose="02000000000000000000" pitchFamily="2" charset="0"/>
                <a:cs typeface="Ebrima" panose="02000000000000000000" pitchFamily="2" charset="0"/>
              </a:rPr>
              <a:t>Every second the span of life is being shortened; the moment that has gone is no longer yours, the moment that is coming may not be yours at all; so put all your efforts now, this very moment, to earn eternal joy</a:t>
            </a:r>
            <a:r>
              <a:rPr lang="en-GB" sz="2400" dirty="0" smtClean="0">
                <a:latin typeface="Ebrima" panose="02000000000000000000" pitchFamily="2" charset="0"/>
                <a:ea typeface="Ebrima" panose="02000000000000000000" pitchFamily="2" charset="0"/>
                <a:cs typeface="Ebrima" panose="02000000000000000000" pitchFamily="2" charset="0"/>
              </a:rPr>
              <a:t>.“</a:t>
            </a:r>
          </a:p>
          <a:p>
            <a:endParaRPr lang="en-GB" sz="2400" dirty="0">
              <a:latin typeface="Ebrima" panose="02000000000000000000" pitchFamily="2" charset="0"/>
              <a:ea typeface="Ebrima" panose="02000000000000000000" pitchFamily="2" charset="0"/>
              <a:cs typeface="Ebrima" panose="02000000000000000000" pitchFamily="2" charset="0"/>
            </a:endParaRPr>
          </a:p>
          <a:p>
            <a:endParaRPr lang="en-GB" sz="2400" dirty="0" smtClean="0">
              <a:latin typeface="Ebrima" panose="02000000000000000000" pitchFamily="2" charset="0"/>
              <a:ea typeface="Ebrima" panose="02000000000000000000" pitchFamily="2" charset="0"/>
              <a:cs typeface="Ebrima" panose="02000000000000000000" pitchFamily="2" charset="0"/>
            </a:endParaRPr>
          </a:p>
          <a:p>
            <a:endParaRPr lang="en-GB" dirty="0">
              <a:latin typeface="Ebrima" panose="02000000000000000000" pitchFamily="2" charset="0"/>
              <a:ea typeface="Ebrima" panose="02000000000000000000" pitchFamily="2" charset="0"/>
              <a:cs typeface="Ebrima" panose="02000000000000000000" pitchFamily="2" charset="0"/>
            </a:endParaRPr>
          </a:p>
          <a:p>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7634" y="501988"/>
            <a:ext cx="4703853" cy="5855950"/>
          </a:xfrm>
          <a:prstGeom prst="rect">
            <a:avLst/>
          </a:prstGeom>
        </p:spPr>
      </p:pic>
      <p:sp>
        <p:nvSpPr>
          <p:cNvPr id="5" name="Footer Placeholder 4"/>
          <p:cNvSpPr>
            <a:spLocks noGrp="1"/>
          </p:cNvSpPr>
          <p:nvPr>
            <p:ph type="ftr" sz="quarter" idx="11"/>
          </p:nvPr>
        </p:nvSpPr>
        <p:spPr/>
        <p:txBody>
          <a:bodyPr/>
          <a:lstStyle/>
          <a:p>
            <a:r>
              <a:rPr lang="en-IN" dirty="0" smtClean="0"/>
              <a:t>#The </a:t>
            </a:r>
            <a:r>
              <a:rPr lang="en-IN" dirty="0" err="1" smtClean="0"/>
              <a:t>Sarathi</a:t>
            </a:r>
            <a:endParaRPr lang="en-IN" dirty="0"/>
          </a:p>
        </p:txBody>
      </p:sp>
      <p:sp>
        <p:nvSpPr>
          <p:cNvPr id="6" name="Slide Number Placeholder 5"/>
          <p:cNvSpPr>
            <a:spLocks noGrp="1"/>
          </p:cNvSpPr>
          <p:nvPr>
            <p:ph type="sldNum" sz="quarter" idx="12"/>
          </p:nvPr>
        </p:nvSpPr>
        <p:spPr/>
        <p:txBody>
          <a:bodyPr/>
          <a:lstStyle/>
          <a:p>
            <a:fld id="{61983954-4A15-4168-A4D8-433FC1831E92}" type="slidenum">
              <a:rPr lang="en-IN" smtClean="0"/>
              <a:t>11</a:t>
            </a:fld>
            <a:endParaRPr lang="en-IN"/>
          </a:p>
        </p:txBody>
      </p:sp>
    </p:spTree>
    <p:extLst>
      <p:ext uri="{BB962C8B-B14F-4D97-AF65-F5344CB8AC3E}">
        <p14:creationId xmlns:p14="http://schemas.microsoft.com/office/powerpoint/2010/main" val="3257989986"/>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2099" y="296806"/>
            <a:ext cx="10750732" cy="3477875"/>
          </a:xfrm>
          <a:prstGeom prst="rect">
            <a:avLst/>
          </a:prstGeom>
          <a:noFill/>
        </p:spPr>
        <p:txBody>
          <a:bodyPr wrap="square" rtlCol="0">
            <a:spAutoFit/>
          </a:bodyPr>
          <a:lstStyle/>
          <a:p>
            <a:r>
              <a:rPr lang="en-GB" sz="2000" dirty="0"/>
              <a:t>Among the means to earn this eternal joy, Baba places </a:t>
            </a:r>
            <a:r>
              <a:rPr lang="en-GB" sz="2000" dirty="0" err="1"/>
              <a:t>namasmarana</a:t>
            </a:r>
            <a:r>
              <a:rPr lang="en-GB" sz="2000" dirty="0"/>
              <a:t> first, though He speaks and writes also of the three traditional </a:t>
            </a:r>
            <a:r>
              <a:rPr lang="en-GB" sz="2000" dirty="0" err="1" smtClean="0"/>
              <a:t>yogas</a:t>
            </a:r>
            <a:r>
              <a:rPr lang="en-GB" sz="2000" dirty="0" smtClean="0"/>
              <a:t>.</a:t>
            </a:r>
          </a:p>
          <a:p>
            <a:endParaRPr lang="en-GB" sz="2000" dirty="0"/>
          </a:p>
          <a:p>
            <a:r>
              <a:rPr lang="en-GB" sz="2000" dirty="0" smtClean="0"/>
              <a:t> Swami says "I </a:t>
            </a:r>
            <a:r>
              <a:rPr lang="en-GB" sz="2000" dirty="0"/>
              <a:t>won't say that Karma, </a:t>
            </a:r>
            <a:r>
              <a:rPr lang="en-GB" sz="2000" dirty="0" err="1"/>
              <a:t>Gnyana</a:t>
            </a:r>
            <a:r>
              <a:rPr lang="en-GB" sz="2000" dirty="0"/>
              <a:t>, and Bhakti are separate, nor classify them as first, second, or third in that order, nor accept even a mixture of all three. Karma is Bhakti; Bhakti is </a:t>
            </a:r>
            <a:r>
              <a:rPr lang="en-GB" sz="2000" dirty="0" err="1"/>
              <a:t>Gnyana</a:t>
            </a:r>
            <a:r>
              <a:rPr lang="en-GB" sz="2000" dirty="0" smtClean="0"/>
              <a:t>.</a:t>
            </a:r>
          </a:p>
          <a:p>
            <a:endParaRPr lang="en-GB" sz="2000" dirty="0" smtClean="0"/>
          </a:p>
          <a:p>
            <a:r>
              <a:rPr lang="en-GB" sz="2000" dirty="0" smtClean="0"/>
              <a:t> </a:t>
            </a:r>
            <a:r>
              <a:rPr lang="en-GB" sz="2000" b="1" dirty="0"/>
              <a:t>A </a:t>
            </a:r>
            <a:r>
              <a:rPr lang="en-GB" sz="2000" b="1" dirty="0" smtClean="0"/>
              <a:t>block of sweet</a:t>
            </a:r>
            <a:r>
              <a:rPr lang="en-GB" sz="2000" b="1" dirty="0" smtClean="0"/>
              <a:t> </a:t>
            </a:r>
            <a:r>
              <a:rPr lang="en-GB" sz="2000" b="1" dirty="0"/>
              <a:t>has sweetness, shape, and weight, all three. So too, each individual deed of the God-ward man must have the sweetness of Bhakti, the shape of Karma, and the weight of </a:t>
            </a:r>
            <a:r>
              <a:rPr lang="en-GB" sz="2000" b="1" dirty="0" err="1"/>
              <a:t>Gnyana</a:t>
            </a:r>
            <a:r>
              <a:rPr lang="en-GB" sz="2000" b="1" dirty="0"/>
              <a:t>. </a:t>
            </a:r>
          </a:p>
          <a:p>
            <a:endParaRPr lang="en-IN" sz="2000"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b="6351"/>
          <a:stretch/>
        </p:blipFill>
        <p:spPr>
          <a:xfrm>
            <a:off x="2328862" y="3303193"/>
            <a:ext cx="6293078" cy="31718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Footer Placeholder 6"/>
          <p:cNvSpPr>
            <a:spLocks noGrp="1"/>
          </p:cNvSpPr>
          <p:nvPr>
            <p:ph type="ftr" sz="quarter" idx="11"/>
          </p:nvPr>
        </p:nvSpPr>
        <p:spPr/>
        <p:txBody>
          <a:bodyPr/>
          <a:lstStyle/>
          <a:p>
            <a:r>
              <a:rPr lang="en-IN" smtClean="0"/>
              <a:t>#The Sarathi</a:t>
            </a:r>
            <a:endParaRPr lang="en-IN"/>
          </a:p>
        </p:txBody>
      </p:sp>
      <p:sp>
        <p:nvSpPr>
          <p:cNvPr id="8" name="Slide Number Placeholder 7"/>
          <p:cNvSpPr>
            <a:spLocks noGrp="1"/>
          </p:cNvSpPr>
          <p:nvPr>
            <p:ph type="sldNum" sz="quarter" idx="12"/>
          </p:nvPr>
        </p:nvSpPr>
        <p:spPr/>
        <p:txBody>
          <a:bodyPr/>
          <a:lstStyle/>
          <a:p>
            <a:fld id="{61983954-4A15-4168-A4D8-433FC1831E92}" type="slidenum">
              <a:rPr lang="en-IN" smtClean="0"/>
              <a:t>12</a:t>
            </a:fld>
            <a:endParaRPr lang="en-IN"/>
          </a:p>
        </p:txBody>
      </p:sp>
    </p:spTree>
    <p:extLst>
      <p:ext uri="{BB962C8B-B14F-4D97-AF65-F5344CB8AC3E}">
        <p14:creationId xmlns:p14="http://schemas.microsoft.com/office/powerpoint/2010/main" val="9714307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68434" y="2821577"/>
            <a:ext cx="8974183" cy="369332"/>
          </a:xfrm>
          <a:prstGeom prst="rect">
            <a:avLst/>
          </a:prstGeom>
          <a:noFill/>
        </p:spPr>
        <p:txBody>
          <a:bodyPr wrap="square" rtlCol="0">
            <a:spAutoFit/>
          </a:bodyPr>
          <a:lstStyle/>
          <a:p>
            <a:r>
              <a:rPr lang="en-GB" dirty="0" smtClean="0"/>
              <a:t>Bhagawan </a:t>
            </a: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32" y="248699"/>
            <a:ext cx="3902578" cy="5884420"/>
          </a:xfrm>
          <a:prstGeom prst="rect">
            <a:avLst/>
          </a:prstGeom>
          <a:effectLst>
            <a:glow rad="127000">
              <a:schemeClr val="accent1">
                <a:alpha val="49000"/>
              </a:schemeClr>
            </a:glow>
            <a:outerShdw blurRad="50800" dist="50800" dir="5400000" sx="79000" sy="79000" algn="ctr" rotWithShape="0">
              <a:srgbClr val="000000"/>
            </a:outerShdw>
          </a:effectLst>
          <a:scene3d>
            <a:camera prst="perspectiveContrastingRightFacing"/>
            <a:lightRig rig="twoPt" dir="t"/>
          </a:scene3d>
          <a:sp3d extrusionH="76200" contourW="12700" prstMaterial="dkEdge">
            <a:bevelT/>
            <a:extrusionClr>
              <a:schemeClr val="accent1">
                <a:lumMod val="20000"/>
                <a:lumOff val="80000"/>
              </a:schemeClr>
            </a:extrusionClr>
            <a:contourClr>
              <a:schemeClr val="bg2">
                <a:lumMod val="75000"/>
              </a:schemeClr>
            </a:contourClr>
          </a:sp3d>
        </p:spPr>
      </p:pic>
      <p:sp>
        <p:nvSpPr>
          <p:cNvPr id="4" name="TextBox 3"/>
          <p:cNvSpPr txBox="1"/>
          <p:nvPr/>
        </p:nvSpPr>
        <p:spPr>
          <a:xfrm>
            <a:off x="3626654" y="364945"/>
            <a:ext cx="8231969" cy="6124754"/>
          </a:xfrm>
          <a:prstGeom prst="rect">
            <a:avLst/>
          </a:prstGeom>
          <a:noFill/>
        </p:spPr>
        <p:txBody>
          <a:bodyPr wrap="square" rtlCol="0">
            <a:spAutoFit/>
          </a:bodyPr>
          <a:lstStyle/>
          <a:p>
            <a:r>
              <a:rPr lang="en-GB" sz="2400" dirty="0" smtClean="0"/>
              <a:t> </a:t>
            </a:r>
            <a:r>
              <a:rPr lang="en-GB" sz="2400" b="1" dirty="0" smtClean="0"/>
              <a:t>“</a:t>
            </a:r>
            <a:r>
              <a:rPr lang="en-GB" sz="2800" b="1" dirty="0" smtClean="0"/>
              <a:t>A </a:t>
            </a:r>
            <a:r>
              <a:rPr lang="en-GB" sz="2800" b="1" dirty="0"/>
              <a:t>thing and its nature are the same, not two distinct things. Is it possible to see the nature apart from the thing, sweetness apart from sugar, light apart from the sun? So also, </a:t>
            </a:r>
            <a:r>
              <a:rPr lang="en-GB" sz="2800" b="1" dirty="0" err="1"/>
              <a:t>Bhagawan</a:t>
            </a:r>
            <a:r>
              <a:rPr lang="en-GB" sz="2800" b="1" dirty="0"/>
              <a:t> has two characteristics; when we speak of them as two, they are known as </a:t>
            </a:r>
            <a:r>
              <a:rPr lang="en-GB" sz="2800" b="1" dirty="0" err="1"/>
              <a:t>Purusha</a:t>
            </a:r>
            <a:r>
              <a:rPr lang="en-GB" sz="2800" b="1" dirty="0"/>
              <a:t> and </a:t>
            </a:r>
            <a:r>
              <a:rPr lang="en-GB" sz="2800" b="1" dirty="0" err="1"/>
              <a:t>Prakriti</a:t>
            </a:r>
            <a:r>
              <a:rPr lang="en-GB" sz="2800" b="1" dirty="0"/>
              <a:t>, but they are really one</a:t>
            </a:r>
            <a:r>
              <a:rPr lang="en-GB" sz="2800" b="1" dirty="0" smtClean="0"/>
              <a:t>.”</a:t>
            </a:r>
          </a:p>
          <a:p>
            <a:endParaRPr lang="en-GB" sz="2800" b="1" dirty="0"/>
          </a:p>
          <a:p>
            <a:r>
              <a:rPr lang="en-GB" sz="2800" b="1" dirty="0" smtClean="0"/>
              <a:t>His </a:t>
            </a:r>
            <a:r>
              <a:rPr lang="en-GB" sz="2800" b="1" dirty="0"/>
              <a:t>advent is for your sake and mine, for forging us all into disciplined </a:t>
            </a:r>
            <a:r>
              <a:rPr lang="en-GB" sz="2800" b="1" dirty="0" err="1"/>
              <a:t>sadhakas</a:t>
            </a:r>
            <a:r>
              <a:rPr lang="en-GB" sz="2800" b="1" dirty="0"/>
              <a:t>, for, as He says, "The world can achieve prosperity and peace only through such persons, whose hearts are pure and whose minds are free of prejudice and passion, jealousy and greed, anger and envy</a:t>
            </a:r>
            <a:r>
              <a:rPr lang="en-GB" sz="2400" b="1" dirty="0"/>
              <a:t>."</a:t>
            </a:r>
            <a:endParaRPr lang="en-IN" sz="2400" b="1" dirty="0"/>
          </a:p>
        </p:txBody>
      </p:sp>
      <p:sp>
        <p:nvSpPr>
          <p:cNvPr id="3" name="Footer Placeholder 2"/>
          <p:cNvSpPr>
            <a:spLocks noGrp="1"/>
          </p:cNvSpPr>
          <p:nvPr>
            <p:ph type="ftr" sz="quarter" idx="11"/>
          </p:nvPr>
        </p:nvSpPr>
        <p:spPr>
          <a:xfrm>
            <a:off x="1069774" y="6489700"/>
            <a:ext cx="6672865" cy="365125"/>
          </a:xfrm>
        </p:spPr>
        <p:txBody>
          <a:bodyPr/>
          <a:lstStyle/>
          <a:p>
            <a:r>
              <a:rPr lang="en-IN" dirty="0" smtClean="0"/>
              <a:t>#The </a:t>
            </a:r>
            <a:r>
              <a:rPr lang="en-IN" dirty="0" err="1" smtClean="0"/>
              <a:t>Sarathi</a:t>
            </a:r>
            <a:endParaRPr lang="en-IN" dirty="0"/>
          </a:p>
        </p:txBody>
      </p:sp>
      <p:sp>
        <p:nvSpPr>
          <p:cNvPr id="5" name="Slide Number Placeholder 4"/>
          <p:cNvSpPr>
            <a:spLocks noGrp="1"/>
          </p:cNvSpPr>
          <p:nvPr>
            <p:ph type="sldNum" sz="quarter" idx="12"/>
          </p:nvPr>
        </p:nvSpPr>
        <p:spPr>
          <a:xfrm>
            <a:off x="10875389" y="6489699"/>
            <a:ext cx="753545" cy="365125"/>
          </a:xfrm>
        </p:spPr>
        <p:txBody>
          <a:bodyPr/>
          <a:lstStyle/>
          <a:p>
            <a:fld id="{61983954-4A15-4168-A4D8-433FC1831E92}" type="slidenum">
              <a:rPr lang="en-IN" smtClean="0"/>
              <a:t>13</a:t>
            </a:fld>
            <a:endParaRPr lang="en-IN" dirty="0"/>
          </a:p>
        </p:txBody>
      </p:sp>
    </p:spTree>
    <p:extLst>
      <p:ext uri="{BB962C8B-B14F-4D97-AF65-F5344CB8AC3E}">
        <p14:creationId xmlns:p14="http://schemas.microsoft.com/office/powerpoint/2010/main" val="367446659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33566" y="2295823"/>
            <a:ext cx="8696227" cy="1569660"/>
          </a:xfrm>
          <a:prstGeom prst="rect">
            <a:avLst/>
          </a:prstGeom>
          <a:noFill/>
        </p:spPr>
        <p:txBody>
          <a:bodyPr wrap="none" lIns="91440" tIns="45720" rIns="91440" bIns="45720">
            <a:spAutoFit/>
          </a:bodyPr>
          <a:lstStyle/>
          <a:p>
            <a:pPr algn="ctr"/>
            <a:r>
              <a:rPr lang="en-US" sz="9600" b="1" dirty="0" smtClean="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reflection blurRad="6350" stA="25000" endPos="45500" dir="5400000" sy="-100000" algn="bl" rotWithShape="0"/>
                </a:effectLst>
              </a:rPr>
              <a:t>THANK   YOU</a:t>
            </a:r>
            <a:endParaRPr lang="en-US" sz="9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reflection blurRad="6350" stA="25000" endPos="45500" dir="5400000" sy="-100000" algn="bl" rotWithShape="0"/>
              </a:effectLst>
            </a:endParaRPr>
          </a:p>
        </p:txBody>
      </p:sp>
      <p:sp>
        <p:nvSpPr>
          <p:cNvPr id="5" name="Footer Placeholder 4"/>
          <p:cNvSpPr>
            <a:spLocks noGrp="1"/>
          </p:cNvSpPr>
          <p:nvPr>
            <p:ph type="ftr" sz="quarter" idx="11"/>
          </p:nvPr>
        </p:nvSpPr>
        <p:spPr/>
        <p:txBody>
          <a:bodyPr/>
          <a:lstStyle/>
          <a:p>
            <a:r>
              <a:rPr lang="en-IN" smtClean="0"/>
              <a:t>#The Sarathi</a:t>
            </a:r>
            <a:endParaRPr lang="en-IN"/>
          </a:p>
        </p:txBody>
      </p:sp>
      <p:sp>
        <p:nvSpPr>
          <p:cNvPr id="6" name="Slide Number Placeholder 5"/>
          <p:cNvSpPr>
            <a:spLocks noGrp="1"/>
          </p:cNvSpPr>
          <p:nvPr>
            <p:ph type="sldNum" sz="quarter" idx="12"/>
          </p:nvPr>
        </p:nvSpPr>
        <p:spPr/>
        <p:txBody>
          <a:bodyPr/>
          <a:lstStyle/>
          <a:p>
            <a:fld id="{61983954-4A15-4168-A4D8-433FC1831E92}" type="slidenum">
              <a:rPr lang="en-IN" smtClean="0"/>
              <a:t>14</a:t>
            </a:fld>
            <a:endParaRPr lang="en-IN"/>
          </a:p>
        </p:txBody>
      </p:sp>
    </p:spTree>
    <p:extLst>
      <p:ext uri="{BB962C8B-B14F-4D97-AF65-F5344CB8AC3E}">
        <p14:creationId xmlns:p14="http://schemas.microsoft.com/office/powerpoint/2010/main" val="6239168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28938" y="1714500"/>
            <a:ext cx="6100762" cy="3108543"/>
          </a:xfrm>
          <a:prstGeom prst="rect">
            <a:avLst/>
          </a:prstGeom>
          <a:noFill/>
        </p:spPr>
        <p:txBody>
          <a:bodyPr wrap="square" lIns="91440" tIns="45720" rIns="91440" bIns="45720">
            <a:spAutoFit/>
          </a:bodyPr>
          <a:lstStyle/>
          <a:p>
            <a:pPr algn="ctr"/>
            <a:endParaRPr lang="en-US" sz="8800" b="1" cap="none" spc="50" dirty="0" smtClean="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spc="50" dirty="0">
              <a:ln w="9525" cmpd="sng">
                <a:solidFill>
                  <a:schemeClr val="accent1"/>
                </a:solidFill>
                <a:prstDash val="solid"/>
              </a:ln>
              <a:solidFill>
                <a:srgbClr val="70AD47">
                  <a:tint val="1000"/>
                </a:srgbClr>
              </a:solidFill>
              <a:effectLst>
                <a:glow rad="38100">
                  <a:schemeClr val="accent1">
                    <a:alpha val="40000"/>
                  </a:schemeClr>
                </a:glow>
              </a:effectLst>
            </a:endParaRPr>
          </a:p>
          <a:p>
            <a:pPr algn="ctr"/>
            <a:endPar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8264477"/>
            <a:ext cx="12192000" cy="8071800"/>
          </a:xfrm>
          <a:prstGeom prst="rect">
            <a:avLst/>
          </a:prstGeom>
          <a:effectLst>
            <a:outerShdw blurRad="622300" dist="50800" dir="6000000" algn="ctr" rotWithShape="0">
              <a:srgbClr val="000000">
                <a:alpha val="59000"/>
              </a:srgbClr>
            </a:outerShdw>
            <a:reflection stA="88000" dist="190500" dir="5400000" sy="-100000" algn="bl" rotWithShape="0"/>
          </a:effectLst>
        </p:spPr>
      </p:pic>
      <p:sp>
        <p:nvSpPr>
          <p:cNvPr id="9" name="TextBox 8"/>
          <p:cNvSpPr txBox="1"/>
          <p:nvPr/>
        </p:nvSpPr>
        <p:spPr>
          <a:xfrm>
            <a:off x="360760" y="5922988"/>
            <a:ext cx="11237118" cy="830997"/>
          </a:xfrm>
          <a:prstGeom prst="rect">
            <a:avLst/>
          </a:prstGeom>
          <a:noFill/>
        </p:spPr>
        <p:txBody>
          <a:bodyPr wrap="square" rtlCol="0">
            <a:spAutoFit/>
          </a:bodyPr>
          <a:lstStyle/>
          <a:p>
            <a:pPr algn="ctr"/>
            <a:r>
              <a:rPr lang="en-US" sz="4800" b="1" dirty="0" smtClean="0">
                <a:ln w="9525">
                  <a:solidFill>
                    <a:schemeClr val="bg1"/>
                  </a:solidFill>
                  <a:prstDash val="solid"/>
                </a:ln>
                <a:effectLst>
                  <a:outerShdw blurRad="12700" dist="38100" dir="2700000" algn="tl" rotWithShape="0">
                    <a:schemeClr val="bg1">
                      <a:lumMod val="50000"/>
                    </a:schemeClr>
                  </a:outerShdw>
                </a:effectLst>
                <a:latin typeface="Forte" panose="03060902040502070203" pitchFamily="66" charset="0"/>
              </a:rPr>
              <a:t>Jai Sairam</a:t>
            </a:r>
            <a:endParaRPr lang="en-IN" sz="4800" dirty="0"/>
          </a:p>
        </p:txBody>
      </p:sp>
      <p:sp>
        <p:nvSpPr>
          <p:cNvPr id="2" name="Footer Placeholder 1"/>
          <p:cNvSpPr>
            <a:spLocks noGrp="1"/>
          </p:cNvSpPr>
          <p:nvPr>
            <p:ph type="ftr" sz="quarter" idx="11"/>
          </p:nvPr>
        </p:nvSpPr>
        <p:spPr/>
        <p:txBody>
          <a:bodyPr/>
          <a:lstStyle/>
          <a:p>
            <a:r>
              <a:rPr lang="en-IN" smtClean="0"/>
              <a:t>#The Sarathi</a:t>
            </a:r>
            <a:endParaRPr lang="en-IN"/>
          </a:p>
        </p:txBody>
      </p:sp>
      <p:sp>
        <p:nvSpPr>
          <p:cNvPr id="3" name="Slide Number Placeholder 2"/>
          <p:cNvSpPr>
            <a:spLocks noGrp="1"/>
          </p:cNvSpPr>
          <p:nvPr>
            <p:ph type="sldNum" sz="quarter" idx="12"/>
          </p:nvPr>
        </p:nvSpPr>
        <p:spPr/>
        <p:txBody>
          <a:bodyPr/>
          <a:lstStyle/>
          <a:p>
            <a:fld id="{61983954-4A15-4168-A4D8-433FC1831E92}" type="slidenum">
              <a:rPr lang="en-IN" smtClean="0"/>
              <a:t>15</a:t>
            </a:fld>
            <a:endParaRPr lang="en-IN"/>
          </a:p>
        </p:txBody>
      </p:sp>
    </p:spTree>
    <p:extLst>
      <p:ext uri="{BB962C8B-B14F-4D97-AF65-F5344CB8AC3E}">
        <p14:creationId xmlns:p14="http://schemas.microsoft.com/office/powerpoint/2010/main" val="118980607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524</TotalTime>
  <Words>1188</Words>
  <Application>Microsoft Office PowerPoint</Application>
  <PresentationFormat>Widescreen</PresentationFormat>
  <Paragraphs>129</Paragraphs>
  <Slides>15</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15</vt:i4>
      </vt:variant>
    </vt:vector>
  </HeadingPairs>
  <TitlesOfParts>
    <vt:vector size="30" baseType="lpstr">
      <vt:lpstr>Arial</vt:lpstr>
      <vt:lpstr>Arial Rounded MT Bold</vt:lpstr>
      <vt:lpstr>Bahnschrift</vt:lpstr>
      <vt:lpstr>Bell MT</vt:lpstr>
      <vt:lpstr>Bradley Hand ITC</vt:lpstr>
      <vt:lpstr>Britannic Bold</vt:lpstr>
      <vt:lpstr>Calibri</vt:lpstr>
      <vt:lpstr>Calisto MT</vt:lpstr>
      <vt:lpstr>Comic Sans MS</vt:lpstr>
      <vt:lpstr>Ebrima</vt:lpstr>
      <vt:lpstr>Forte</vt:lpstr>
      <vt:lpstr>Trebuchet MS</vt:lpstr>
      <vt:lpstr>Wingdings</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bba1</dc:creator>
  <cp:lastModifiedBy>bba1</cp:lastModifiedBy>
  <cp:revision>63</cp:revision>
  <dcterms:created xsi:type="dcterms:W3CDTF">2023-08-16T07:44:31Z</dcterms:created>
  <dcterms:modified xsi:type="dcterms:W3CDTF">2023-09-23T08:24:38Z</dcterms:modified>
</cp:coreProperties>
</file>