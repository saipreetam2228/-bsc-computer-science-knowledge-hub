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84" y="-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229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pc="300" dirty="0" smtClean="0"/>
              <a:t>START THE PROGRAM WITH BASICS OF PYTHON FUNDMENTALS</a:t>
            </a:r>
            <a:endParaRPr lang="en-IN" b="1" spc="3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479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# </a:t>
            </a:r>
            <a:r>
              <a:rPr lang="en-US" dirty="0" smtClean="0"/>
              <a:t>Boolean </a:t>
            </a:r>
            <a:r>
              <a:rPr lang="en-US" dirty="0" smtClean="0"/>
              <a:t>values ,first letter cap  (True, </a:t>
            </a:r>
            <a:r>
              <a:rPr lang="en-US" smtClean="0"/>
              <a:t>False</a:t>
            </a:r>
            <a:r>
              <a:rPr lang="en-US" smtClean="0"/>
              <a:t>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026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20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created xsi:type="dcterms:W3CDTF">2006-08-16T00:00:00Z</dcterms:created>
  <dcterms:modified xsi:type="dcterms:W3CDTF">2024-07-15T12:25:22Z</dcterms:modified>
</cp:coreProperties>
</file>