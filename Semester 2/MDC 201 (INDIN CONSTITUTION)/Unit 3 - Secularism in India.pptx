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8" r:id="rId3"/>
    <p:sldId id="257" r:id="rId4"/>
    <p:sldId id="273" r:id="rId5"/>
    <p:sldId id="279" r:id="rId6"/>
    <p:sldId id="258" r:id="rId7"/>
    <p:sldId id="259" r:id="rId8"/>
    <p:sldId id="275" r:id="rId9"/>
    <p:sldId id="277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429000"/>
            <a:ext cx="7851648" cy="1828800"/>
          </a:xfrm>
        </p:spPr>
        <p:txBody>
          <a:bodyPr>
            <a:normAutofit/>
          </a:bodyPr>
          <a:lstStyle/>
          <a:p>
            <a:r>
              <a:rPr lang="en-US" dirty="0"/>
              <a:t>Indian Constitution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5105400"/>
            <a:ext cx="4349496" cy="609600"/>
          </a:xfrm>
        </p:spPr>
        <p:txBody>
          <a:bodyPr/>
          <a:lstStyle/>
          <a:p>
            <a:r>
              <a:rPr lang="en-US" dirty="0"/>
              <a:t>Multi Disciplinary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429000"/>
            <a:ext cx="7851648" cy="1828800"/>
          </a:xfrm>
        </p:spPr>
        <p:txBody>
          <a:bodyPr>
            <a:normAutofit/>
          </a:bodyPr>
          <a:lstStyle/>
          <a:p>
            <a:r>
              <a:rPr lang="en-US" dirty="0"/>
              <a:t>Unit 3 Secularism in India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5105400"/>
            <a:ext cx="4349496" cy="609600"/>
          </a:xfrm>
        </p:spPr>
        <p:txBody>
          <a:bodyPr/>
          <a:lstStyle/>
          <a:p>
            <a:r>
              <a:rPr lang="en-US"/>
              <a:t>Indian </a:t>
            </a:r>
            <a:r>
              <a:rPr lang="en-US" dirty="0"/>
              <a:t>Constitution</a:t>
            </a:r>
          </a:p>
        </p:txBody>
      </p:sp>
    </p:spTree>
    <p:extLst>
      <p:ext uri="{BB962C8B-B14F-4D97-AF65-F5344CB8AC3E}">
        <p14:creationId xmlns:p14="http://schemas.microsoft.com/office/powerpoint/2010/main" val="118693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Secularism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means </a:t>
            </a:r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separation of religion from political, economic, social and cultural aspects of life, religion being treated as a purely personal matter</a:t>
            </a: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term “Secular” means being “separate” from religion or having no religious basis.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7E92-AF18-4879-1243-716AAEC9B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Secularism in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55947-8C4B-FE49-CCD6-EE22D0C79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42nd Amendment of the Constitution of India (1976), the Preamble to the Constitution asserted that India is a “secular” nation</a:t>
            </a: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meaning of a secular state is that it does not prioritize any one religion for the country and its people.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54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6C96-B69D-A7CB-18DB-3E44A21D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57200"/>
            <a:ext cx="8382000" cy="1389888"/>
          </a:xfrm>
        </p:spPr>
        <p:txBody>
          <a:bodyPr>
            <a:normAutofit fontScale="90000"/>
          </a:bodyPr>
          <a:lstStyle/>
          <a:p>
            <a:r>
              <a:rPr lang="en-IN" dirty="0"/>
              <a:t>Secularism in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551FB-F163-6264-2030-A32117E3C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preamble secures to all citizens of India liberty of belief, faith and worship.</a:t>
            </a:r>
          </a:p>
          <a:p>
            <a:r>
              <a:rPr lang="en-IN" dirty="0"/>
              <a:t>The state shall not deny to any person equality before the law or equal protection of laws(Article 14).</a:t>
            </a:r>
          </a:p>
          <a:p>
            <a:r>
              <a:rPr lang="en-IN" dirty="0"/>
              <a:t>The state shall not discriminate against any citizen on the ground of religion (Article 15)</a:t>
            </a:r>
          </a:p>
          <a:p>
            <a:r>
              <a:rPr lang="en-IN" dirty="0"/>
              <a:t>Equality of opportunity for all citizens in matters of public employment(Article 16)</a:t>
            </a:r>
          </a:p>
          <a:p>
            <a:r>
              <a:rPr lang="en-IN" dirty="0"/>
              <a:t>All minorities shall have the right to establish and administer educational institutions of their choice(Article 30)</a:t>
            </a:r>
          </a:p>
        </p:txBody>
      </p:sp>
    </p:spTree>
    <p:extLst>
      <p:ext uri="{BB962C8B-B14F-4D97-AF65-F5344CB8AC3E}">
        <p14:creationId xmlns:p14="http://schemas.microsoft.com/office/powerpoint/2010/main" val="195930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Positive aspects of Secularism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Positive aspects of Secularism means a secular state treats all its citizens alike;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gives them equal opportunities of following their respective religions and enjoying other rights and benefits of citizenship.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Indian Constitution embodies the positive aspect of secularism, that is, giving equal respect to all religions or protecting all religions equally.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/>
          </a:bodyPr>
          <a:lstStyle/>
          <a:p>
            <a:r>
              <a:rPr lang="en-US" dirty="0"/>
              <a:t>Negative aspects of Secularism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western concept of secularism connotes a complete separation between religion and politics. </a:t>
            </a:r>
          </a:p>
          <a:p>
            <a:r>
              <a:rPr lang="en-US" dirty="0"/>
              <a:t>This negative concept of secularism is inapplicable to Indian situation where the society is multireligious. </a:t>
            </a:r>
          </a:p>
          <a:p>
            <a:endParaRPr lang="en-US" dirty="0"/>
          </a:p>
          <a:p>
            <a:r>
              <a:rPr lang="en-US" dirty="0"/>
              <a:t>Negative aspect of secularism is, it is the anti-thesis of a communal or theocratic state which officially identifies itself with a particular religion. </a:t>
            </a:r>
          </a:p>
          <a:p>
            <a:r>
              <a:rPr lang="en-US" dirty="0"/>
              <a:t>For example Pakistan has proclaimed itself as an Islamic state.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2617-E40E-EDEA-BED8-D4456ABD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Secularism in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06C20-94A6-0801-CED7-9C9B9EA92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India doesn’t have an official state religion.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 different personal laws on matters like divorce, marriage, inheritance, and alimony vary with one’s religion.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Indian Secularism is all about achieving the peaceful coexistence of various religions.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India respects all religions on par with one another.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7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36C2-C3EA-4C71-80A1-1C9F568A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BBFF-4172-5AC1-F1BE-74423F13A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India is a secular state and the constitution seeks to uphold these values. </a:t>
            </a:r>
          </a:p>
        </p:txBody>
      </p:sp>
    </p:spTree>
    <p:extLst>
      <p:ext uri="{BB962C8B-B14F-4D97-AF65-F5344CB8AC3E}">
        <p14:creationId xmlns:p14="http://schemas.microsoft.com/office/powerpoint/2010/main" val="136228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/>
              <a:t>                    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                                 Thank you </a:t>
            </a:r>
          </a:p>
          <a:p>
            <a:pPr algn="just">
              <a:buNone/>
            </a:pPr>
            <a:r>
              <a:rPr lang="en-US" dirty="0"/>
              <a:t>                                     Jai </a:t>
            </a:r>
            <a:r>
              <a:rPr lang="en-US" dirty="0" err="1"/>
              <a:t>Sai</a:t>
            </a:r>
            <a:r>
              <a:rPr lang="en-US" dirty="0"/>
              <a:t> Ram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384</TotalTime>
  <Words>416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Constantia</vt:lpstr>
      <vt:lpstr>Times New Roman</vt:lpstr>
      <vt:lpstr>Wingdings</vt:lpstr>
      <vt:lpstr>Wingdings 2</vt:lpstr>
      <vt:lpstr>Flow</vt:lpstr>
      <vt:lpstr>Indian Constitution </vt:lpstr>
      <vt:lpstr>Unit 3 Secularism in India </vt:lpstr>
      <vt:lpstr>Secularism</vt:lpstr>
      <vt:lpstr>Secularism in Indian Constitution</vt:lpstr>
      <vt:lpstr>Secularism in the Indian Constitution</vt:lpstr>
      <vt:lpstr>Positive aspects of Secularism</vt:lpstr>
      <vt:lpstr>Negative aspects of Secularism</vt:lpstr>
      <vt:lpstr>Secularism in India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 Sathya Sai Institute of Higher Learning  Department of Political Science</dc:title>
  <dc:creator>ASUS</dc:creator>
  <cp:lastModifiedBy>pavan.kamarajugadda@gmail.com</cp:lastModifiedBy>
  <cp:revision>44</cp:revision>
  <dcterms:created xsi:type="dcterms:W3CDTF">2006-08-16T00:00:00Z</dcterms:created>
  <dcterms:modified xsi:type="dcterms:W3CDTF">2023-06-30T12:09:04Z</dcterms:modified>
</cp:coreProperties>
</file>