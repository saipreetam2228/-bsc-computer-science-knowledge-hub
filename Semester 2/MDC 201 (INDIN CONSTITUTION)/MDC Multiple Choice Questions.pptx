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6" r:id="rId28"/>
    <p:sldId id="282" r:id="rId29"/>
    <p:sldId id="283" r:id="rId30"/>
    <p:sldId id="284" r:id="rId31"/>
    <p:sldId id="285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BA88E-21B5-C447-8453-43542BC95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FD26D-D614-06AE-69D0-A06E82AFFD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14784-F68F-8651-2E8A-26DC65D8F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07-02-2024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D7C38-2660-F74E-A008-63D07C53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E7DC-0BC5-0BC0-9780-0FB4C5124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6866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59E4-B45B-A996-5543-D9989DA3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8F653-C598-1944-5C0F-D77773FBD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CDE4B-C386-21B2-6E95-21B7E91D3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07-02-2024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8764B-8B10-3D28-4E8A-9A649E31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2E4F3-9E71-CFAA-534C-6F4DEAF21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298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EC04-559A-B7B9-63CC-93C9D7F11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44DFF-A693-DB10-B5FD-961C3AEBC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AAD7-4BD6-9786-99CA-B3AE84F1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07-02-2024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97AFD-547E-EEFE-A6EA-A49F3F0BE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D1CC6-7484-BBE3-B266-88524245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910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CA52D-C2C1-99DC-E1D9-083C5B4F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ECFCF-90E7-1E88-818E-59BD3F4DD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AB2B9-6FF2-C2EA-1BBD-22FCA7143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A391E-D225-6F2E-5A65-FC942561A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07-02-2024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23D78-0ADF-F45B-B100-374F05D9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084B2-D663-8231-C309-8CA464209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745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F58E0-CC79-4A7C-F6DF-4CB4BFDD9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5826D-CA0C-5A55-E99A-5D2FE934F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48FDC-2490-8D30-F60A-2B4A1FA37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A5B901-E4F2-2426-730A-231757745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1E4F6-3BCC-5F74-E48A-E331E9EA15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D3DEEF-E90D-7B14-609F-8D8B1ADE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07-02-2024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5ED0F-0738-B7F2-E475-8E309FCD4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567380-81F3-619D-29D3-4171D7BF4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949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BFEB7-35CF-C80E-6D97-0157ED02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0A7DE0-B9D0-A867-3FCA-685026668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07-02-2024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456A2-A9AC-FAB5-4D82-5611AA48F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0C63F-BB55-F527-03B4-5F233D28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1288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00A5C5-1DEE-8AF5-0937-121DB85FA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07-02-2024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7665A6-2887-D905-7D80-E5CDA0DEB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D15EA-0B33-A0FB-26CE-80FA5B08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26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63C15-87EE-CF01-363D-240F3FE91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65F67-E8D6-559C-5F0A-C6F53BD1E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101DD-0142-57CE-515B-D8C554BFF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E022F-0FB6-590B-C619-21F1FAB7D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07-02-2024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87C92-5CD9-D223-73A6-C0EE3F505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E72A7-54A4-2612-D210-418F5C8A0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99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0F9C-CDCB-5D74-1E13-53718245C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3AF402-ACF1-7C19-4A4A-28F8CB035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3E569-D0D1-45D8-A5B8-F80BBB47A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1C08F-FB31-3003-F09E-9A68FF4FB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07-02-2024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08B34-504C-E773-8A12-74130287B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131BF-5059-BF39-96C2-B438B0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5135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EFA15-0660-D155-C9A7-BF86A3EA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F2504-29C5-EB13-1954-09A2F0C1C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A48A-3652-36F2-AF34-29BCA39B8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07-02-2024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119D5-5911-1568-3522-865FDBE19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35EA5-AAE5-3EFB-5D6E-807848A83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4171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1EECD4-08DE-F963-35E5-86DF1A30A4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0CC45-9B02-1E9C-2C38-1F09CFE4F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6683C-5903-27DA-0D61-D9EF3556C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FFA56-1B78-4C65-8CC6-A41978C0889E}" type="datetimeFigureOut">
              <a:rPr lang="en-IN" smtClean="0"/>
              <a:t>07-02-2024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48ADA-A2A1-AD80-88CD-CB267643C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6F7D8-AB98-B67D-58CE-B2F2F1A40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9153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F3E43A-34EE-94B9-682A-BE44D0F92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F9AB4-3664-7DDE-BD12-8F4F8F720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9A59E-EF15-41AC-0626-3B6DBB8793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FFA56-1B78-4C65-8CC6-A41978C0889E}" type="datetimeFigureOut">
              <a:rPr lang="en-IN" smtClean="0"/>
              <a:t>07-02-2024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5B446-AD21-A654-B85C-F4533E409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BB310-AED2-827B-9EBD-7F454551A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DF760-DB14-4DDF-BA3F-39AA997BC2A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7312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E37F5-73D2-983C-470E-5F63F503ED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D7817-E4CE-E1D8-E0FD-4A9BCA4DEB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160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10CD4-7AB9-03D3-8B72-CFC502A95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B18F4-4699-A6CF-3BBD-3E973A9C4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Q.1. When did our constitution come into force?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November 26, 1949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January 26, 1950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August 15, 1947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December  9, 1946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6105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1F402-A2D0-2B61-FCF7-C0C4ABC13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684A5-F062-B3B7-0E9A-17E52EC9E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6DFF1-9B29-52B5-B2A2-2EE70EDA1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Q.2. According to the Constitution, India is a :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federal state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Unitary state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Union of states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Quasi-federal state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4663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48B94-3CD4-5C61-0A11-E8F0E8B9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75094-4EDD-98C1-51A3-B4C8E396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43CF8-06E4-0BD2-90C7-A1C3C7A91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Q.3. Which of the following is not a feature of the Indian Constitution?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A secular state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Single Citizenship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Universal Adult Franchise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Double Citizenship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0139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A814A-5AA2-B09A-D7D4-23B77F133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871EF-2BA6-BE8D-C37C-1EBEC5316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B0EA1-7F02-9DB4-22C1-80A2AD775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Q.4.Who presided over our constituent assembly?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Dr.B.R.Ambedkar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Jawaharlal Nehru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Dr.Rajendra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Prasad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K.M.Munshi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7229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3CA27-E702-7FB6-B9C8-ABC16B3A3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7AF73-CEC3-E948-DBFD-51C127FA0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E7E65-1D45-FAC3-CCA9-6E597C346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Q.5. Which out of the following has been empowered to declare emergency in India under different situations?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a) The Prime Minister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b) The Vice President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c) The Election Commissioners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d) The President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0162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1C8A5-B8FD-59F3-1830-AE23EE946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2359-1EEF-88AF-F475-874A35124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95193-F9D7-8554-A5C0-D9C787B71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err="1"/>
              <a:t>Q.Which</a:t>
            </a:r>
            <a:r>
              <a:rPr lang="en-GB" dirty="0"/>
              <a:t> one of the following is NOT a characteristic of an evolved constitution?</a:t>
            </a:r>
            <a:endParaRPr lang="en-US" dirty="0"/>
          </a:p>
          <a:p>
            <a:pPr>
              <a:buNone/>
            </a:pPr>
            <a:r>
              <a:rPr lang="en-GB" dirty="0"/>
              <a:t> A) Originate mainly in customs. 	</a:t>
            </a:r>
          </a:p>
          <a:p>
            <a:pPr>
              <a:buNone/>
            </a:pPr>
            <a:r>
              <a:rPr lang="en-GB" dirty="0"/>
              <a:t>B) Decisions of courts.</a:t>
            </a:r>
            <a:endParaRPr lang="en-US" dirty="0"/>
          </a:p>
          <a:p>
            <a:pPr>
              <a:buNone/>
            </a:pPr>
            <a:r>
              <a:rPr lang="en-GB" dirty="0"/>
              <a:t>C) Mostly accumulated usages. 	</a:t>
            </a:r>
          </a:p>
          <a:p>
            <a:pPr>
              <a:buNone/>
            </a:pPr>
            <a:r>
              <a:rPr lang="en-GB" dirty="0"/>
              <a:t>D) Promulgated formally.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261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83567-B544-20D9-420A-50A3F7E53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05D3-C50F-F809-5B7D-7DEEA8CBA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049AF-CCBC-DF0A-180C-F5BA2F305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err="1"/>
              <a:t>Q.Which</a:t>
            </a:r>
            <a:r>
              <a:rPr lang="en-GB" dirty="0"/>
              <a:t> of the following is NOT a merit of a rigid constitution?</a:t>
            </a:r>
            <a:endParaRPr lang="en-US" dirty="0"/>
          </a:p>
          <a:p>
            <a:pPr>
              <a:buNone/>
            </a:pPr>
            <a:r>
              <a:rPr lang="en-GB" dirty="0"/>
              <a:t> </a:t>
            </a:r>
            <a:r>
              <a:rPr lang="en-US" dirty="0"/>
              <a:t>A.</a:t>
            </a:r>
            <a:r>
              <a:rPr lang="en-GB" dirty="0"/>
              <a:t>Definiteness. 	</a:t>
            </a:r>
          </a:p>
          <a:p>
            <a:pPr>
              <a:buNone/>
            </a:pPr>
            <a:r>
              <a:rPr lang="en-GB" dirty="0"/>
              <a:t>B) Stability.	</a:t>
            </a:r>
          </a:p>
          <a:p>
            <a:pPr>
              <a:buNone/>
            </a:pPr>
            <a:r>
              <a:rPr lang="en-GB" dirty="0"/>
              <a:t>C) Elasticity	</a:t>
            </a:r>
          </a:p>
          <a:p>
            <a:pPr>
              <a:buNone/>
            </a:pPr>
            <a:r>
              <a:rPr lang="en-GB" dirty="0"/>
              <a:t>D) Certainty.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7217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8D88B-3BE2-A41F-2D07-BA71B450B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B669A-F8E5-C455-10CF-8EFD564A9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E2C0F-7EE5-7E75-29CA-B243261D1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/>
              <a:t>Q.A constitution is the basic design of the structure and power of:</a:t>
            </a:r>
            <a:endParaRPr lang="en-US" dirty="0"/>
          </a:p>
          <a:p>
            <a:pPr>
              <a:buNone/>
            </a:pPr>
            <a:r>
              <a:rPr lang="en-GB" dirty="0"/>
              <a:t> A) The Government. </a:t>
            </a:r>
          </a:p>
          <a:p>
            <a:pPr>
              <a:buNone/>
            </a:pPr>
            <a:r>
              <a:rPr lang="en-GB" dirty="0"/>
              <a:t>B)The country.</a:t>
            </a:r>
            <a:endParaRPr lang="en-US" dirty="0"/>
          </a:p>
          <a:p>
            <a:pPr>
              <a:buNone/>
            </a:pPr>
            <a:r>
              <a:rPr lang="en-GB" dirty="0"/>
              <a:t>C) The state.		</a:t>
            </a:r>
          </a:p>
          <a:p>
            <a:pPr>
              <a:buNone/>
            </a:pPr>
            <a:r>
              <a:rPr lang="en-GB" dirty="0"/>
              <a:t>D)Sovereign Authority.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3885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E6609-900A-558B-71A6-93E45E09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8306-E25F-8D6E-C315-0260D7DD0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D8B78-EAC5-49A8-7599-9648CE6F9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err="1"/>
              <a:t>Q.The</a:t>
            </a:r>
            <a:r>
              <a:rPr lang="en-GB" dirty="0"/>
              <a:t> example for Un written Constitution is:</a:t>
            </a:r>
            <a:endParaRPr lang="en-US" dirty="0"/>
          </a:p>
          <a:p>
            <a:pPr>
              <a:buNone/>
            </a:pPr>
            <a:r>
              <a:rPr lang="en-GB" dirty="0"/>
              <a:t> A) India	</a:t>
            </a:r>
          </a:p>
          <a:p>
            <a:pPr>
              <a:buNone/>
            </a:pPr>
            <a:r>
              <a:rPr lang="en-GB" dirty="0"/>
              <a:t>B) Britain	</a:t>
            </a:r>
          </a:p>
          <a:p>
            <a:pPr>
              <a:buNone/>
            </a:pPr>
            <a:r>
              <a:rPr lang="en-GB" dirty="0"/>
              <a:t>C) U.S.A</a:t>
            </a:r>
          </a:p>
          <a:p>
            <a:pPr>
              <a:buNone/>
            </a:pPr>
            <a:r>
              <a:rPr lang="en-GB" dirty="0"/>
              <a:t>	D) France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7974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7C99B-6218-0EB6-011D-38FEBCA3F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AF62-722E-D7FF-8277-C1D2C86EF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17967-5A2C-AFFD-F045-36FE415E0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err="1"/>
              <a:t>Q.The</a:t>
            </a:r>
            <a:r>
              <a:rPr lang="en-GB" dirty="0"/>
              <a:t> longest Constitution in the World is </a:t>
            </a:r>
            <a:endParaRPr lang="en-US" dirty="0"/>
          </a:p>
          <a:p>
            <a:pPr>
              <a:buNone/>
            </a:pPr>
            <a:r>
              <a:rPr lang="en-GB" dirty="0"/>
              <a:t> A) India	</a:t>
            </a:r>
          </a:p>
          <a:p>
            <a:pPr>
              <a:buNone/>
            </a:pPr>
            <a:r>
              <a:rPr lang="en-GB" dirty="0"/>
              <a:t>B) U.S.A</a:t>
            </a:r>
          </a:p>
          <a:p>
            <a:pPr>
              <a:buNone/>
            </a:pPr>
            <a:r>
              <a:rPr lang="en-GB" dirty="0"/>
              <a:t>C) Switzerland 	</a:t>
            </a:r>
          </a:p>
          <a:p>
            <a:pPr>
              <a:buNone/>
            </a:pPr>
            <a:r>
              <a:rPr lang="en-GB" dirty="0"/>
              <a:t>D) Pakistan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4110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3D9D0-DE3A-70A5-576D-71B2FFEEE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867B4-A02C-F50E-0FCD-A7F59B781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D1F94-4364-EBC4-DC64-06B1AD634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Q.</a:t>
            </a:r>
            <a:r>
              <a:rPr lang="en-GB" dirty="0"/>
              <a:t> The Constitution of a State is generally understood as:</a:t>
            </a:r>
            <a:endParaRPr lang="en-US" dirty="0"/>
          </a:p>
          <a:p>
            <a:pPr>
              <a:buNone/>
            </a:pPr>
            <a:r>
              <a:rPr lang="en-GB" dirty="0"/>
              <a:t>A) A sacred document</a:t>
            </a:r>
            <a:endParaRPr lang="en-US" dirty="0"/>
          </a:p>
          <a:p>
            <a:pPr>
              <a:buNone/>
            </a:pPr>
            <a:r>
              <a:rPr lang="en-GB" dirty="0"/>
              <a:t>B)The basic laws of the land which cannot be amended</a:t>
            </a:r>
            <a:endParaRPr lang="en-US" dirty="0"/>
          </a:p>
          <a:p>
            <a:pPr>
              <a:buNone/>
            </a:pPr>
            <a:r>
              <a:rPr lang="en-GB" dirty="0"/>
              <a:t>C) The basic laws of the land which the people give themselves</a:t>
            </a:r>
            <a:endParaRPr lang="en-US" dirty="0"/>
          </a:p>
          <a:p>
            <a:pPr>
              <a:buNone/>
            </a:pPr>
            <a:r>
              <a:rPr lang="en-GB" dirty="0"/>
              <a:t>D) A set of rules within which a government should strictly work</a:t>
            </a:r>
          </a:p>
          <a:p>
            <a:pPr>
              <a:buNone/>
            </a:pPr>
            <a:r>
              <a:rPr lang="en-GB" dirty="0"/>
              <a:t>E) All of the above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3434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8E123-586E-A4C3-8D2D-81FE2659D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C227-BB35-2635-E435-D6AC13F05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26A84-0F47-552B-9A1B-24983E7ED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Q.</a:t>
            </a:r>
            <a:r>
              <a:rPr lang="en-GB" dirty="0"/>
              <a:t> Which one of the following countries possess an evolved Constitution?</a:t>
            </a:r>
            <a:endParaRPr lang="en-US" dirty="0"/>
          </a:p>
          <a:p>
            <a:pPr>
              <a:buNone/>
            </a:pPr>
            <a:r>
              <a:rPr lang="en-GB" dirty="0"/>
              <a:t>A)USA	</a:t>
            </a:r>
          </a:p>
          <a:p>
            <a:pPr>
              <a:buNone/>
            </a:pPr>
            <a:r>
              <a:rPr lang="en-GB" dirty="0"/>
              <a:t>B) India	</a:t>
            </a:r>
          </a:p>
          <a:p>
            <a:pPr>
              <a:buNone/>
            </a:pPr>
            <a:r>
              <a:rPr lang="en-GB" dirty="0"/>
              <a:t>C) Great Britain	</a:t>
            </a:r>
          </a:p>
          <a:p>
            <a:pPr>
              <a:buNone/>
            </a:pPr>
            <a:r>
              <a:rPr lang="en-GB" dirty="0"/>
              <a:t>D) France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6262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79A7D-6FF5-6D5B-BBC3-5A48100B2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9897E-A880-B48F-9936-E593E49F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7269C-FE3F-201E-0BAE-357C9ADB2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/>
              <a:t>Q. The Constitution of India is</a:t>
            </a:r>
            <a:endParaRPr lang="en-US" dirty="0"/>
          </a:p>
          <a:p>
            <a:pPr marL="514350" indent="-514350">
              <a:buAutoNum type="alphaUcParenR"/>
            </a:pPr>
            <a:r>
              <a:rPr lang="en-GB" dirty="0"/>
              <a:t>flexible		</a:t>
            </a:r>
          </a:p>
          <a:p>
            <a:pPr marL="514350" indent="-514350">
              <a:buNone/>
            </a:pPr>
            <a:r>
              <a:rPr lang="en-GB" dirty="0"/>
              <a:t>B) rigid</a:t>
            </a:r>
            <a:endParaRPr lang="en-US" dirty="0"/>
          </a:p>
          <a:p>
            <a:pPr>
              <a:buNone/>
            </a:pPr>
            <a:r>
              <a:rPr lang="en-GB" dirty="0"/>
              <a:t>C) both flexible and rigid	</a:t>
            </a:r>
          </a:p>
          <a:p>
            <a:pPr>
              <a:buNone/>
            </a:pPr>
            <a:r>
              <a:rPr lang="en-GB" dirty="0"/>
              <a:t>D) both written and unwritten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898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16F81-768A-33C4-60B1-47A6B5D7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38AD-CEFD-A565-E427-ED48AD857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3C2A4-BC9B-59AC-244F-DDD2D8728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Q.</a:t>
            </a:r>
            <a:r>
              <a:rPr lang="en-GB" dirty="0"/>
              <a:t> A Constitution is </a:t>
            </a:r>
            <a:endParaRPr lang="en-US" dirty="0"/>
          </a:p>
          <a:p>
            <a:pPr marL="514350" indent="-514350">
              <a:buAutoNum type="alphaUcParenR"/>
            </a:pPr>
            <a:r>
              <a:rPr lang="en-GB" dirty="0"/>
              <a:t>the basic law in the country,	</a:t>
            </a:r>
          </a:p>
          <a:p>
            <a:pPr marL="514350" indent="-514350">
              <a:buNone/>
            </a:pPr>
            <a:r>
              <a:rPr lang="en-GB" dirty="0"/>
              <a:t>B) any law in the country,</a:t>
            </a:r>
            <a:endParaRPr lang="en-US" dirty="0"/>
          </a:p>
          <a:p>
            <a:pPr>
              <a:buNone/>
            </a:pPr>
            <a:r>
              <a:rPr lang="en-GB" dirty="0"/>
              <a:t>C) only written law in the country,	</a:t>
            </a:r>
          </a:p>
          <a:p>
            <a:pPr>
              <a:buNone/>
            </a:pPr>
            <a:r>
              <a:rPr lang="en-GB" dirty="0"/>
              <a:t>D) None</a:t>
            </a:r>
            <a:endParaRPr lang="en-US" dirty="0"/>
          </a:p>
          <a:p>
            <a:pPr>
              <a:buNone/>
            </a:pPr>
            <a:r>
              <a:rPr lang="en-GB" dirty="0"/>
              <a:t> 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7065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F082E-7CED-1CD5-13DB-17CC2E04D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660A-F290-2787-FE84-08BD56BB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8CCCB-6423-EFF4-747C-E62CDEA48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/>
              <a:t>Q. In which country there is legislative supremacy?</a:t>
            </a:r>
            <a:endParaRPr lang="en-US" dirty="0"/>
          </a:p>
          <a:p>
            <a:pPr marL="514350" indent="-514350">
              <a:buAutoNum type="alphaUcParenR"/>
            </a:pPr>
            <a:r>
              <a:rPr lang="en-GB" dirty="0"/>
              <a:t>India	</a:t>
            </a:r>
          </a:p>
          <a:p>
            <a:pPr marL="514350" indent="-514350">
              <a:buNone/>
            </a:pPr>
            <a:r>
              <a:rPr lang="en-GB" dirty="0"/>
              <a:t>B)Britain	</a:t>
            </a:r>
          </a:p>
          <a:p>
            <a:pPr marL="514350" indent="-514350">
              <a:buNone/>
            </a:pPr>
            <a:r>
              <a:rPr lang="en-GB" dirty="0"/>
              <a:t>C) U.S. A	</a:t>
            </a:r>
          </a:p>
          <a:p>
            <a:pPr marL="514350" indent="-514350">
              <a:buNone/>
            </a:pPr>
            <a:r>
              <a:rPr lang="en-GB" dirty="0"/>
              <a:t>D) None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0885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E0553-FA1E-FBDB-313C-5E50B914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EFC6-ED90-E527-496E-32E8F37D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F2831-750B-E935-505B-3C370DFD2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Q.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 of the following statement best describes rights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A) Rights are claims made by the citizens on the stat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Rights are given in the form of entitlements.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Rights are guaranteed by a constitution.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All of the above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2334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36602-253A-2506-EA01-717AD90A5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D6B56-E81F-5C49-3B83-3AC8155D3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D2704-C0DC-75A3-C402-180A788EB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“Justice delayed is Justice denied”. This maxim is related to?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Rights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Law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Duties 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Equality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6975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6F7B7-C78C-436D-580C-97D07DC72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DA110-AA38-C79D-95DD-B37789FF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7D82A-9AF7-C73A-6D6E-A56B9B0EF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 of the following rights are guaranteed by the Indian Constitution?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A) Right to Information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Right to Education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Right to Food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Right to Clean air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183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11400-F119-BC2D-8DE6-3765EFF3B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2149B-E8D4-E0F6-28C6-61621B87C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5848F-2EC7-7B62-5441-C93C29763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state with an official religion is known as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Theocratic State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Secular State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Republican State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Monarchical State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6557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53D49-076F-76B0-47D5-77F6E5DDD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623C-44BB-5A2F-0DAD-3A49F665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E01CA-CAAA-2370-7033-33BB13439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 among the following is the most important source of law in modern times? 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A) Religion	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Customs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Legislature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Adjudication of Judicial decisions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1563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CECCF-6E3E-B280-6E2A-CE4FD4170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60733-63E3-0EA7-ABD8-A3EEC1BB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681D2-7D02-BDEC-C1F6-EAC64F67A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 of the following are the true attributes of law?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A) Law upholds the principle of impartiality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Law must be simple and comprehensive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all are equal before law	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all of the above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8195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179F1-E9B6-DAB9-987A-240990420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69B33-73CC-35AA-3297-570A1FBA5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95D6E-3B64-C9BD-BBC5-E4EA60B4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Equality implies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Abolition of all kinds of special privileges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Equal access to the arenas of authority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Provision of adequate opportunities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All the above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0359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ABD2D-5134-FD54-8A69-2E982606F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E5770-16CF-E17D-C407-022B1252A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FFDCB-63E9-FE54-C215-1DD37DA4C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Indian President is: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A)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Popular sovereign 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Titular Sovereign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Political Sovereign 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None of the above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850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CD346-233F-9D53-2138-07E1FF239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A6857-3CFA-212A-3007-2388C173D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04E1-4EA2-D066-0869-1593201BD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Drafting Committee of the Constitution of India was headed by;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 N. Rau.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</a:t>
            </a:r>
            <a:r>
              <a:rPr lang="en-GB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Dr.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B. R. Ambedkar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</a:t>
            </a:r>
            <a:r>
              <a:rPr lang="en-GB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Sachchidananda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Sinha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</a:t>
            </a:r>
            <a:r>
              <a:rPr lang="en-GB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Dr.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Rajendra Prasad.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9388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EE4AC-14A3-2AF0-815D-A3CC64A1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0E02D-1A1E-DF10-FA95-2ACE3193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61C85-3891-5CAB-8B56-2F6A5EC27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Q.Which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part of the Constitution of India has been described as the soul of the Constitution?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Right to Constitutional remedies.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Fundamental Rights. 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Directive Principles of State Policy.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The Preamble.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4713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A76B5-F33C-9D05-8994-DC664B329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31F97-EE6D-194A-45C4-86FAD88BC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A848E-CA73-CF91-E10C-249C94114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From which one of the following, the Indian Constitution borrowed maximum provisions?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British Constitution.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The American Constitution.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  <a:t>C) Canadian Constitution.		</a:t>
            </a: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  <a:t>D) Government of India Act 1935.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2058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73185-8375-BBE0-22A4-C6AA4B77D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47D7F-A5CF-00AF-BBAB-33718FE27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F0C17-1A2E-5B4B-ACD7-D0D18132B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6695" indent="-226695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Originally the Preamble was not considered a part of the Indian Constitution, but subsequently the Supreme Court held that it was a part of the Constitution. The Supreme Court gave this verdict in: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Golak Nath Case.	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</a:t>
            </a:r>
            <a:r>
              <a:rPr lang="en-GB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Keshavananda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Bharati Case.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Beriberi Case.	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Minerva Mills Case.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532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95526-D939-045A-053C-9F7A8590E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D9F4-EA15-E385-5725-852B57C05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569BE-C360-4779-0BC4-9CCAEFEDA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 one of the following has been dropped from the list of Fundamental Rights in India?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Right to property.	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Right against exploitation.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Right to freedom of Religion.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Right to freedom.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65504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706A0-39E7-AB45-04C6-A783865B9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8CAB9-AF2E-9342-EF0D-7EC90EC7A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68B3B-04E9-7844-3010-5BE187D58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Fundamental duties were added to the Indian Constitution through: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25</a:t>
            </a:r>
            <a:r>
              <a:rPr lang="en-GB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Amendment.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The 42</a:t>
            </a:r>
            <a:r>
              <a:rPr lang="en-GB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nd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Amendment.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The 39</a:t>
            </a:r>
            <a:r>
              <a:rPr lang="en-GB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Amendment.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The 44</a:t>
            </a:r>
            <a:r>
              <a:rPr lang="en-GB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Amendment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2242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28D68-18A3-661A-F9C5-EA2C70E04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562A-29B0-BFB7-DA4F-AAB25A485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3C3F7-71A1-E9A3-77AA-F4E3DEBAE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India the authority to issue writs for the enforcement of fundamental rights rests with: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All the Courts in India.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The Parliament.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The Supreme Court.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D)The President of India.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46013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8C7B5-3DB8-01A4-23D5-EA9E0010E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0EEC9-9B8E-0B37-C53B-5FE584419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6ED7A-A214-0576-F657-BACC932A0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India the authority to issue writs for the enforcement of fundamental rights rests with: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All the Courts in India.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The Parliament.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C) The Supreme Court.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D)The President of India.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39657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6D792-F724-969A-8057-83CA35912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B5851-A13D-E80A-7CCD-DAD2A7CBF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5CBCA-3F7D-6FB2-88CC-5BCC9B0E9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main objective of the Directive Principles of State Policy as incorporated into the Indian Constitution is: 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create an egalitarian state.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To strike a balance between liberty and equality.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To achieve ‘welfare state’.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to ensure unity and integrity of the country.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6787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A381-1BA3-A276-3E86-9FD33149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CEB11-BACB-D281-1B26-365AA8848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CE943-06CE-8BA7-59E6-B0D94C290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Who among the following described the Indian Constitution as quasi-federal?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 C. Banerjee.	</a:t>
            </a:r>
          </a:p>
          <a:p>
            <a:pPr marL="342900" indent="-342900" algn="just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K. C. </a:t>
            </a:r>
            <a:r>
              <a:rPr lang="en-GB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Wheare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Sir. Ivor Jennings 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A. V. Dicey.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just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8979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EBE58-6087-08DA-E7AA-B8926E719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BA4E-0688-1AEA-CDF0-5E178F670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697AA-C479-FFED-3E2B-B71C542E3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l"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IN" dirty="0"/>
              <a:t>Q.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 one of the fundamental rights generated controversy and litigation, and was finally deleted from the list of fundamental rights by the 44th amendment? 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Right to freedom of Religion.</a:t>
            </a:r>
          </a:p>
          <a:p>
            <a:pPr marL="342900" indent="-342900" algn="l">
              <a:buAutoNum type="alphaUcParenR"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B) Right to property.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C) Right against exploitation.	</a:t>
            </a:r>
          </a:p>
          <a:p>
            <a:pPr marL="0" indent="0" algn="just">
              <a:buNone/>
              <a:tabLst>
                <a:tab pos="226695" algn="l"/>
                <a:tab pos="1767840" algn="l"/>
                <a:tab pos="3308985" algn="l"/>
                <a:tab pos="4849495" algn="l"/>
                <a:tab pos="6196330" algn="r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D) Right to freedom of opinion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  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9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1414</Words>
  <Application>Microsoft Office PowerPoint</Application>
  <PresentationFormat>Widescreen</PresentationFormat>
  <Paragraphs>216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Times New Roman</vt:lpstr>
      <vt:lpstr>Office Theme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  <vt:lpstr>Indian Constitution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Constitution</dc:title>
  <dc:creator>Sujana A</dc:creator>
  <cp:lastModifiedBy>Sujana A</cp:lastModifiedBy>
  <cp:revision>11</cp:revision>
  <dcterms:created xsi:type="dcterms:W3CDTF">2024-02-07T04:58:50Z</dcterms:created>
  <dcterms:modified xsi:type="dcterms:W3CDTF">2024-02-07T05:42:34Z</dcterms:modified>
</cp:coreProperties>
</file>